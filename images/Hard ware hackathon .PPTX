
<file path=[Content_Types].xml><?xml version="1.0" encoding="utf-8"?>
<Types xmlns="http://schemas.openxmlformats.org/package/2006/content-types">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1" r:id="rId1"/>
  </p:sldMasterIdLst>
  <p:notesMasterIdLst>
    <p:notesMasterId r:id="rId7"/>
  </p:notesMasterIdLst>
  <p:sldIdLst>
    <p:sldId id="256" r:id="rId2"/>
    <p:sldId id="257" r:id="rId3"/>
    <p:sldId id="261" r:id="rId4"/>
    <p:sldId id="258" r:id="rId5"/>
    <p:sldId id="259" r:id="rId6"/>
  </p:sldIdLst>
  <p:sldSz cx="12192000" cy="6858000"/>
  <p:notesSz cx="6858000" cy="9144000"/>
  <p:embeddedFontLst>
    <p:embeddedFont>
      <p:font typeface="Franklin Gothic" charset="0"/>
      <p:bold r:id="rId8"/>
    </p:embeddedFont>
    <p:embeddedFont>
      <p:font typeface="Libre Franklin" charset="0"/>
      <p:regular r:id="rId9"/>
      <p:bold r:id="rId10"/>
      <p:italic r:id="rId11"/>
      <p:boldItalic r:id="rId12"/>
    </p:embeddedFont>
    <p:embeddedFont>
      <p:font typeface="Calibri" pitchFamily="3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629" y="-77"/>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08" name="Google Shape;20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15" name="Google Shape;21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35" name="Google Shape;23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cSld name="Title">
    <p:bg>
      <p:bgPr>
        <a:solidFill>
          <a:schemeClr val="lt1"/>
        </a:solid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367054" y="2116182"/>
            <a:ext cx="5491571" cy="1514019"/>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6000"/>
              <a:buFont typeface="Franklin Gothic"/>
              <a:buNone/>
              <a:defRPr sz="6000" b="1" i="0">
                <a:solidFill>
                  <a:schemeClr val="dk1"/>
                </a:solidFill>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17" name="Google Shape;17;p2"/>
          <p:cNvGrpSpPr/>
          <p:nvPr/>
        </p:nvGrpSpPr>
        <p:grpSpPr>
          <a:xfrm>
            <a:off x="1" y="758752"/>
            <a:ext cx="6099248" cy="6099248"/>
            <a:chOff x="0" y="12289"/>
            <a:chExt cx="3550" cy="3551"/>
          </a:xfrm>
        </p:grpSpPr>
        <p:sp>
          <p:nvSpPr>
            <p:cNvPr id="18" name="Google Shape;18;p2"/>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9" name="Google Shape;19;p2"/>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20" name="Google Shape;20;p2"/>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grpSp>
      <p:sp>
        <p:nvSpPr>
          <p:cNvPr id="21" name="Google Shape;21;p2"/>
          <p:cNvSpPr txBox="1">
            <a:spLocks noGrp="1"/>
          </p:cNvSpPr>
          <p:nvPr>
            <p:ph type="body" idx="1"/>
          </p:nvPr>
        </p:nvSpPr>
        <p:spPr>
          <a:xfrm>
            <a:off x="6367055" y="4549553"/>
            <a:ext cx="5491570" cy="9533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2" name="Google Shape;22;p2"/>
          <p:cNvCxnSpPr/>
          <p:nvPr/>
        </p:nvCxnSpPr>
        <p:spPr>
          <a:xfrm>
            <a:off x="5839833" y="5784349"/>
            <a:ext cx="2133600" cy="3992"/>
          </a:xfrm>
          <a:prstGeom prst="straightConnector1">
            <a:avLst/>
          </a:prstGeom>
          <a:noFill/>
          <a:ln w="101600" cap="flat" cmpd="sng">
            <a:solidFill>
              <a:schemeClr val="lt2"/>
            </a:solidFill>
            <a:prstDash val="solid"/>
            <a:miter lim="800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23"/>
        <p:cNvGrpSpPr/>
        <p:nvPr/>
      </p:nvGrpSpPr>
      <p:grpSpPr>
        <a:xfrm>
          <a:off x="0" y="0"/>
          <a:ext cx="0" cy="0"/>
          <a:chOff x="0" y="0"/>
          <a:chExt cx="0" cy="0"/>
        </a:xfrm>
      </p:grpSpPr>
      <p:grpSp>
        <p:nvGrpSpPr>
          <p:cNvPr id="24" name="Google Shape;24;p3"/>
          <p:cNvGrpSpPr/>
          <p:nvPr/>
        </p:nvGrpSpPr>
        <p:grpSpPr>
          <a:xfrm rot="5400000" flipH="1">
            <a:off x="0" y="3900132"/>
            <a:ext cx="2959226" cy="2959226"/>
            <a:chOff x="0" y="12289"/>
            <a:chExt cx="3550" cy="3551"/>
          </a:xfrm>
        </p:grpSpPr>
        <p:sp>
          <p:nvSpPr>
            <p:cNvPr id="25" name="Google Shape;25;p3"/>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26" name="Google Shape;26;p3"/>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27" name="Google Shape;27;p3"/>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grpSp>
      <p:sp>
        <p:nvSpPr>
          <p:cNvPr id="28" name="Google Shape;28;p3"/>
          <p:cNvSpPr>
            <a:spLocks noGrp="1"/>
          </p:cNvSpPr>
          <p:nvPr>
            <p:ph type="pic" idx="2"/>
          </p:nvPr>
        </p:nvSpPr>
        <p:spPr>
          <a:xfrm>
            <a:off x="6096000" y="-22543"/>
            <a:ext cx="6096000" cy="6903086"/>
          </a:xfrm>
          <a:prstGeom prst="rect">
            <a:avLst/>
          </a:prstGeom>
          <a:noFill/>
          <a:ln>
            <a:noFill/>
          </a:ln>
        </p:spPr>
      </p:sp>
      <p:sp>
        <p:nvSpPr>
          <p:cNvPr id="29" name="Google Shape;29;p3"/>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30" name="Google Shape;30;p3"/>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31" name="Google Shape;31;p3"/>
          <p:cNvSpPr txBox="1">
            <a:spLocks noGrp="1"/>
          </p:cNvSpPr>
          <p:nvPr>
            <p:ph type="body" idx="1"/>
          </p:nvPr>
        </p:nvSpPr>
        <p:spPr>
          <a:xfrm>
            <a:off x="952499" y="2289363"/>
            <a:ext cx="4572001" cy="27952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600"/>
              <a:buNone/>
              <a:defRPr sz="16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2" name="Google Shape;32;p3"/>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3" name="Google Shape;33;p3"/>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4" name="Google Shape;34;p3"/>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dirty="0"/>
          </a:p>
        </p:txBody>
      </p:sp>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pos="600">
          <p15:clr>
            <a:srgbClr val="FBAE40"/>
          </p15:clr>
        </p15:guide>
        <p15:guide id="2" pos="3480">
          <p15:clr>
            <a:srgbClr val="FBAE40"/>
          </p15:clr>
        </p15:guide>
        <p15:guide id="3" orient="horz" pos="1440">
          <p15:clr>
            <a:srgbClr val="FBAE40"/>
          </p15:clr>
        </p15:guide>
        <p15:guide id="4" orient="horz" pos="1224">
          <p15:clr>
            <a:srgbClr val="FBAE40"/>
          </p15:clr>
        </p15:guide>
        <p15:guide id="5" orient="horz" pos="5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mmary ">
  <p:cSld name="Summary ">
    <p:bg>
      <p:bgPr>
        <a:solidFill>
          <a:schemeClr val="lt1"/>
        </a:solidFill>
        <a:effectLst/>
      </p:bgPr>
    </p:bg>
    <p:spTree>
      <p:nvGrpSpPr>
        <p:cNvPr id="1" name="Shape 35"/>
        <p:cNvGrpSpPr/>
        <p:nvPr/>
      </p:nvGrpSpPr>
      <p:grpSpPr>
        <a:xfrm>
          <a:off x="0" y="0"/>
          <a:ext cx="0" cy="0"/>
          <a:chOff x="0" y="0"/>
          <a:chExt cx="0" cy="0"/>
        </a:xfrm>
      </p:grpSpPr>
      <p:sp>
        <p:nvSpPr>
          <p:cNvPr id="36" name="Google Shape;36;p4"/>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37" name="Google Shape;37;p4"/>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38" name="Google Shape;38;p4"/>
          <p:cNvSpPr txBox="1">
            <a:spLocks noGrp="1"/>
          </p:cNvSpPr>
          <p:nvPr>
            <p:ph type="body" idx="1"/>
          </p:nvPr>
        </p:nvSpPr>
        <p:spPr>
          <a:xfrm>
            <a:off x="952500" y="2656904"/>
            <a:ext cx="4838700" cy="57431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grpSp>
        <p:nvGrpSpPr>
          <p:cNvPr id="39" name="Google Shape;39;p4"/>
          <p:cNvGrpSpPr/>
          <p:nvPr/>
        </p:nvGrpSpPr>
        <p:grpSpPr>
          <a:xfrm rot="10800000">
            <a:off x="8870040" y="0"/>
            <a:ext cx="3325208" cy="3325208"/>
            <a:chOff x="0" y="12289"/>
            <a:chExt cx="3550" cy="3551"/>
          </a:xfrm>
        </p:grpSpPr>
        <p:sp>
          <p:nvSpPr>
            <p:cNvPr id="40" name="Google Shape;40;p4"/>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41" name="Google Shape;41;p4"/>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42" name="Google Shape;42;p4"/>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grpSp>
      <p:sp>
        <p:nvSpPr>
          <p:cNvPr id="43" name="Google Shape;43;p4"/>
          <p:cNvSpPr txBox="1">
            <a:spLocks noGrp="1"/>
          </p:cNvSpPr>
          <p:nvPr>
            <p:ph type="body" idx="2"/>
          </p:nvPr>
        </p:nvSpPr>
        <p:spPr>
          <a:xfrm>
            <a:off x="952500" y="2286000"/>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4" name="Google Shape;44;p4"/>
          <p:cNvSpPr txBox="1">
            <a:spLocks noGrp="1"/>
          </p:cNvSpPr>
          <p:nvPr>
            <p:ph type="body" idx="3"/>
          </p:nvPr>
        </p:nvSpPr>
        <p:spPr>
          <a:xfrm>
            <a:off x="953655" y="3841846"/>
            <a:ext cx="4838700" cy="636754"/>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4"/>
          <p:cNvSpPr txBox="1">
            <a:spLocks noGrp="1"/>
          </p:cNvSpPr>
          <p:nvPr>
            <p:ph type="body" idx="4"/>
          </p:nvPr>
        </p:nvSpPr>
        <p:spPr>
          <a:xfrm>
            <a:off x="953655" y="3470942"/>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6" name="Google Shape;46;p4"/>
          <p:cNvSpPr txBox="1">
            <a:spLocks noGrp="1"/>
          </p:cNvSpPr>
          <p:nvPr>
            <p:ph type="body" idx="5"/>
          </p:nvPr>
        </p:nvSpPr>
        <p:spPr>
          <a:xfrm>
            <a:off x="952500" y="5017901"/>
            <a:ext cx="4838700" cy="9083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7" name="Google Shape;47;p4"/>
          <p:cNvSpPr txBox="1">
            <a:spLocks noGrp="1"/>
          </p:cNvSpPr>
          <p:nvPr>
            <p:ph type="body" idx="6"/>
          </p:nvPr>
        </p:nvSpPr>
        <p:spPr>
          <a:xfrm>
            <a:off x="952500" y="4646997"/>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8" name="Google Shape;48;p4"/>
          <p:cNvSpPr txBox="1">
            <a:spLocks noGrp="1"/>
          </p:cNvSpPr>
          <p:nvPr>
            <p:ph type="body" idx="7"/>
          </p:nvPr>
        </p:nvSpPr>
        <p:spPr>
          <a:xfrm>
            <a:off x="6399647" y="2656904"/>
            <a:ext cx="4838700" cy="57431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9" name="Google Shape;49;p4"/>
          <p:cNvSpPr txBox="1">
            <a:spLocks noGrp="1"/>
          </p:cNvSpPr>
          <p:nvPr>
            <p:ph type="body" idx="8"/>
          </p:nvPr>
        </p:nvSpPr>
        <p:spPr>
          <a:xfrm>
            <a:off x="6399647" y="2286000"/>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0" name="Google Shape;50;p4"/>
          <p:cNvSpPr txBox="1">
            <a:spLocks noGrp="1"/>
          </p:cNvSpPr>
          <p:nvPr>
            <p:ph type="body" idx="9"/>
          </p:nvPr>
        </p:nvSpPr>
        <p:spPr>
          <a:xfrm>
            <a:off x="6399647" y="3841846"/>
            <a:ext cx="4838700" cy="9083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1" name="Google Shape;51;p4"/>
          <p:cNvSpPr txBox="1">
            <a:spLocks noGrp="1"/>
          </p:cNvSpPr>
          <p:nvPr>
            <p:ph type="body" idx="13"/>
          </p:nvPr>
        </p:nvSpPr>
        <p:spPr>
          <a:xfrm>
            <a:off x="6399647" y="3470942"/>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2" name="Google Shape;52;p4"/>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3" name="Google Shape;53;p4"/>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4" name="Google Shape;54;p4"/>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dirty="0"/>
          </a:p>
        </p:txBody>
      </p:sp>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55"/>
        <p:cNvGrpSpPr/>
        <p:nvPr/>
      </p:nvGrpSpPr>
      <p:grpSpPr>
        <a:xfrm>
          <a:off x="0" y="0"/>
          <a:ext cx="0" cy="0"/>
          <a:chOff x="0" y="0"/>
          <a:chExt cx="0" cy="0"/>
        </a:xfrm>
      </p:grpSpPr>
      <p:grpSp>
        <p:nvGrpSpPr>
          <p:cNvPr id="56" name="Google Shape;56;p5"/>
          <p:cNvGrpSpPr/>
          <p:nvPr/>
        </p:nvGrpSpPr>
        <p:grpSpPr>
          <a:xfrm>
            <a:off x="6362700" y="0"/>
            <a:ext cx="5829298" cy="3235602"/>
            <a:chOff x="5612972" y="1"/>
            <a:chExt cx="6615961" cy="3672246"/>
          </a:xfrm>
        </p:grpSpPr>
        <p:sp>
          <p:nvSpPr>
            <p:cNvPr id="57" name="Google Shape;57;p5"/>
            <p:cNvSpPr/>
            <p:nvPr/>
          </p:nvSpPr>
          <p:spPr>
            <a:xfrm>
              <a:off x="5612972" y="1"/>
              <a:ext cx="4408998"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58" name="Google Shape;58;p5"/>
            <p:cNvSpPr/>
            <p:nvPr/>
          </p:nvSpPr>
          <p:spPr>
            <a:xfrm>
              <a:off x="6341233" y="1463970"/>
              <a:ext cx="2208196" cy="2208277"/>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59" name="Google Shape;59;p5"/>
            <p:cNvSpPr/>
            <p:nvPr/>
          </p:nvSpPr>
          <p:spPr>
            <a:xfrm>
              <a:off x="8555590" y="1"/>
              <a:ext cx="1457754" cy="729520"/>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60" name="Google Shape;60;p5"/>
            <p:cNvSpPr/>
            <p:nvPr/>
          </p:nvSpPr>
          <p:spPr>
            <a:xfrm>
              <a:off x="7076887" y="728289"/>
              <a:ext cx="2208196" cy="2208277"/>
            </a:xfrm>
            <a:custGeom>
              <a:avLst/>
              <a:gdLst/>
              <a:ahLst/>
              <a:cxnLst/>
              <a:rect l="l" t="t" r="r" b="b"/>
              <a:pathLst>
                <a:path w="1792" h="1792" extrusionOk="0">
                  <a:moveTo>
                    <a:pt x="598" y="0"/>
                  </a:moveTo>
                  <a:lnTo>
                    <a:pt x="0" y="597"/>
                  </a:lnTo>
                  <a:lnTo>
                    <a:pt x="1195" y="1792"/>
                  </a:lnTo>
                  <a:lnTo>
                    <a:pt x="1792" y="1195"/>
                  </a:lnTo>
                  <a:lnTo>
                    <a:pt x="598"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61" name="Google Shape;61;p5"/>
            <p:cNvSpPr/>
            <p:nvPr/>
          </p:nvSpPr>
          <p:spPr>
            <a:xfrm>
              <a:off x="9285083" y="728289"/>
              <a:ext cx="2943850" cy="2943958"/>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grpSp>
      <p:sp>
        <p:nvSpPr>
          <p:cNvPr id="62" name="Google Shape;62;p5"/>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63" name="Google Shape;63;p5"/>
          <p:cNvCxnSpPr/>
          <p:nvPr/>
        </p:nvCxnSpPr>
        <p:spPr>
          <a:xfrm>
            <a:off x="952500" y="1934655"/>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64" name="Google Shape;64;p5"/>
          <p:cNvSpPr txBox="1">
            <a:spLocks noGrp="1"/>
          </p:cNvSpPr>
          <p:nvPr>
            <p:ph type="body" idx="1"/>
          </p:nvPr>
        </p:nvSpPr>
        <p:spPr>
          <a:xfrm>
            <a:off x="952500" y="2818296"/>
            <a:ext cx="2133600"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5" name="Google Shape;65;p5"/>
          <p:cNvSpPr txBox="1">
            <a:spLocks noGrp="1"/>
          </p:cNvSpPr>
          <p:nvPr>
            <p:ph type="body" idx="2"/>
          </p:nvPr>
        </p:nvSpPr>
        <p:spPr>
          <a:xfrm>
            <a:off x="952500" y="2209800"/>
            <a:ext cx="2133600"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66" name="Google Shape;66;p5"/>
          <p:cNvCxnSpPr/>
          <p:nvPr/>
        </p:nvCxnSpPr>
        <p:spPr>
          <a:xfrm>
            <a:off x="3663043"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67" name="Google Shape;67;p5"/>
          <p:cNvSpPr txBox="1">
            <a:spLocks noGrp="1"/>
          </p:cNvSpPr>
          <p:nvPr>
            <p:ph type="body" idx="3"/>
          </p:nvPr>
        </p:nvSpPr>
        <p:spPr>
          <a:xfrm>
            <a:off x="3663042" y="2818296"/>
            <a:ext cx="2128157"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8" name="Google Shape;68;p5"/>
          <p:cNvSpPr txBox="1">
            <a:spLocks noGrp="1"/>
          </p:cNvSpPr>
          <p:nvPr>
            <p:ph type="body" idx="4"/>
          </p:nvPr>
        </p:nvSpPr>
        <p:spPr>
          <a:xfrm>
            <a:off x="3663042" y="2209800"/>
            <a:ext cx="2128157"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69" name="Google Shape;69;p5"/>
          <p:cNvCxnSpPr/>
          <p:nvPr/>
        </p:nvCxnSpPr>
        <p:spPr>
          <a:xfrm>
            <a:off x="952500" y="4248119"/>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70" name="Google Shape;70;p5"/>
          <p:cNvSpPr txBox="1">
            <a:spLocks noGrp="1"/>
          </p:cNvSpPr>
          <p:nvPr>
            <p:ph type="body" idx="5"/>
          </p:nvPr>
        </p:nvSpPr>
        <p:spPr>
          <a:xfrm>
            <a:off x="952500" y="5131299"/>
            <a:ext cx="2133600"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1" name="Google Shape;71;p5"/>
          <p:cNvSpPr txBox="1">
            <a:spLocks noGrp="1"/>
          </p:cNvSpPr>
          <p:nvPr>
            <p:ph type="body" idx="6"/>
          </p:nvPr>
        </p:nvSpPr>
        <p:spPr>
          <a:xfrm>
            <a:off x="952500" y="4522803"/>
            <a:ext cx="2133600"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72" name="Google Shape;72;p5"/>
          <p:cNvCxnSpPr/>
          <p:nvPr/>
        </p:nvCxnSpPr>
        <p:spPr>
          <a:xfrm>
            <a:off x="3663043" y="4252111"/>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73" name="Google Shape;73;p5"/>
          <p:cNvSpPr txBox="1">
            <a:spLocks noGrp="1"/>
          </p:cNvSpPr>
          <p:nvPr>
            <p:ph type="body" idx="7"/>
          </p:nvPr>
        </p:nvSpPr>
        <p:spPr>
          <a:xfrm>
            <a:off x="3663042" y="5131299"/>
            <a:ext cx="2128157"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4" name="Google Shape;74;p5"/>
          <p:cNvSpPr txBox="1">
            <a:spLocks noGrp="1"/>
          </p:cNvSpPr>
          <p:nvPr>
            <p:ph type="body" idx="8"/>
          </p:nvPr>
        </p:nvSpPr>
        <p:spPr>
          <a:xfrm>
            <a:off x="3663042" y="4522803"/>
            <a:ext cx="2128157"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75" name="Google Shape;75;p5"/>
          <p:cNvCxnSpPr/>
          <p:nvPr/>
        </p:nvCxnSpPr>
        <p:spPr>
          <a:xfrm>
            <a:off x="6367055" y="4252111"/>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76" name="Google Shape;76;p5"/>
          <p:cNvSpPr txBox="1">
            <a:spLocks noGrp="1"/>
          </p:cNvSpPr>
          <p:nvPr>
            <p:ph type="body" idx="9"/>
          </p:nvPr>
        </p:nvSpPr>
        <p:spPr>
          <a:xfrm>
            <a:off x="6367054" y="5131299"/>
            <a:ext cx="2129245"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7" name="Google Shape;77;p5"/>
          <p:cNvSpPr txBox="1">
            <a:spLocks noGrp="1"/>
          </p:cNvSpPr>
          <p:nvPr>
            <p:ph type="body" idx="13"/>
          </p:nvPr>
        </p:nvSpPr>
        <p:spPr>
          <a:xfrm>
            <a:off x="6367054" y="4522803"/>
            <a:ext cx="2129245"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8" name="Google Shape;78;p5"/>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9" name="Google Shape;79;p5"/>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0" name="Google Shape;80;p5"/>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reak">
  <p:cSld name="Break">
    <p:bg>
      <p:bgPr>
        <a:solidFill>
          <a:schemeClr val="lt1"/>
        </a:solidFill>
        <a:effectLst/>
      </p:bgPr>
    </p:bg>
    <p:spTree>
      <p:nvGrpSpPr>
        <p:cNvPr id="1" name="Shape 81"/>
        <p:cNvGrpSpPr/>
        <p:nvPr/>
      </p:nvGrpSpPr>
      <p:grpSpPr>
        <a:xfrm>
          <a:off x="0" y="0"/>
          <a:ext cx="0" cy="0"/>
          <a:chOff x="0" y="0"/>
          <a:chExt cx="0" cy="0"/>
        </a:xfrm>
      </p:grpSpPr>
      <p:sp>
        <p:nvSpPr>
          <p:cNvPr id="82" name="Google Shape;82;p6"/>
          <p:cNvSpPr>
            <a:spLocks noGrp="1"/>
          </p:cNvSpPr>
          <p:nvPr>
            <p:ph type="pic" idx="2"/>
          </p:nvPr>
        </p:nvSpPr>
        <p:spPr>
          <a:xfrm>
            <a:off x="0" y="0"/>
            <a:ext cx="12191998" cy="6858000"/>
          </a:xfrm>
          <a:prstGeom prst="rect">
            <a:avLst/>
          </a:prstGeom>
          <a:solidFill>
            <a:schemeClr val="accent2"/>
          </a:solidFill>
          <a:ln>
            <a:noFill/>
          </a:ln>
        </p:spPr>
      </p:sp>
      <p:sp>
        <p:nvSpPr>
          <p:cNvPr id="83" name="Google Shape;83;p6"/>
          <p:cNvSpPr txBox="1">
            <a:spLocks noGrp="1"/>
          </p:cNvSpPr>
          <p:nvPr>
            <p:ph type="title"/>
          </p:nvPr>
        </p:nvSpPr>
        <p:spPr>
          <a:xfrm>
            <a:off x="7193943" y="3045437"/>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4100"/>
              <a:buFont typeface="Franklin Gothic"/>
              <a:buNone/>
              <a:defRPr sz="4100" b="1" i="0">
                <a:solidFill>
                  <a:schemeClr val="lt1"/>
                </a:solidFill>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84" name="Google Shape;84;p6"/>
          <p:cNvCxnSpPr/>
          <p:nvPr/>
        </p:nvCxnSpPr>
        <p:spPr>
          <a:xfrm>
            <a:off x="7154721" y="4003877"/>
            <a:ext cx="2133600" cy="3992"/>
          </a:xfrm>
          <a:prstGeom prst="straightConnector1">
            <a:avLst/>
          </a:prstGeom>
          <a:noFill/>
          <a:ln w="101600" cap="flat" cmpd="sng">
            <a:solidFill>
              <a:schemeClr val="lt2"/>
            </a:solidFill>
            <a:prstDash val="solid"/>
            <a:miter lim="800000"/>
            <a:headEnd type="none" w="sm" len="sm"/>
            <a:tailEnd type="none" w="sm" len="sm"/>
          </a:ln>
        </p:spPr>
      </p:cxnSp>
      <p:grpSp>
        <p:nvGrpSpPr>
          <p:cNvPr id="85" name="Google Shape;85;p6"/>
          <p:cNvGrpSpPr/>
          <p:nvPr/>
        </p:nvGrpSpPr>
        <p:grpSpPr>
          <a:xfrm rot="10800000">
            <a:off x="9509760" y="-3"/>
            <a:ext cx="2682238" cy="2682238"/>
            <a:chOff x="0" y="12289"/>
            <a:chExt cx="3550" cy="3551"/>
          </a:xfrm>
        </p:grpSpPr>
        <p:sp>
          <p:nvSpPr>
            <p:cNvPr id="86" name="Google Shape;86;p6"/>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87" name="Google Shape;87;p6"/>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88" name="Google Shape;88;p6"/>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grpSp>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hart">
  <p:cSld name="Chart">
    <p:bg>
      <p:bgPr>
        <a:solidFill>
          <a:schemeClr val="lt1"/>
        </a:solidFill>
        <a:effectLst/>
      </p:bgPr>
    </p:bg>
    <p:spTree>
      <p:nvGrpSpPr>
        <p:cNvPr id="1" name="Shape 89"/>
        <p:cNvGrpSpPr/>
        <p:nvPr/>
      </p:nvGrpSpPr>
      <p:grpSpPr>
        <a:xfrm>
          <a:off x="0" y="0"/>
          <a:ext cx="0" cy="0"/>
          <a:chOff x="0" y="0"/>
          <a:chExt cx="0" cy="0"/>
        </a:xfrm>
      </p:grpSpPr>
      <p:sp>
        <p:nvSpPr>
          <p:cNvPr id="90" name="Google Shape;90;p7"/>
          <p:cNvSpPr>
            <a:spLocks noGrp="1"/>
          </p:cNvSpPr>
          <p:nvPr>
            <p:ph type="chart" idx="2"/>
          </p:nvPr>
        </p:nvSpPr>
        <p:spPr>
          <a:xfrm>
            <a:off x="952500" y="1939108"/>
            <a:ext cx="10352810" cy="411070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Libre Franklin"/>
                <a:ea typeface="Libre Franklin"/>
                <a:cs typeface="Libre Franklin"/>
                <a:sym typeface="Libre Franklin"/>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ibre Franklin"/>
                <a:ea typeface="Libre Franklin"/>
                <a:cs typeface="Libre Franklin"/>
                <a:sym typeface="Libre Franklin"/>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5pPr>
            <a:lvl6pPr marR="0" lvl="5"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6pPr>
            <a:lvl7pPr marR="0" lvl="6"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7pPr>
            <a:lvl8pPr marR="0" lvl="7"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8pPr>
            <a:lvl9pPr marR="0" lvl="8"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9pPr>
          </a:lstStyle>
          <a:p>
            <a:endParaRPr dirty="0"/>
          </a:p>
        </p:txBody>
      </p:sp>
      <p:sp>
        <p:nvSpPr>
          <p:cNvPr id="91" name="Google Shape;91;p7"/>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7"/>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93" name="Google Shape;93;p7"/>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94" name="Google Shape;94;p7"/>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dirty="0"/>
          </a:p>
        </p:txBody>
      </p:sp>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95"/>
        <p:cNvGrpSpPr/>
        <p:nvPr/>
      </p:nvGrpSpPr>
      <p:grpSpPr>
        <a:xfrm>
          <a:off x="0" y="0"/>
          <a:ext cx="0" cy="0"/>
          <a:chOff x="0" y="0"/>
          <a:chExt cx="0" cy="0"/>
        </a:xfrm>
      </p:grpSpPr>
      <p:sp>
        <p:nvSpPr>
          <p:cNvPr id="96" name="Google Shape;96;p8"/>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8"/>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98" name="Google Shape;98;p8"/>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99" name="Google Shape;99;p8"/>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dirty="0"/>
          </a:p>
        </p:txBody>
      </p:sp>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lt1"/>
        </a:solidFill>
        <a:effectLst/>
      </p:bgPr>
    </p:bg>
    <p:spTree>
      <p:nvGrpSpPr>
        <p:cNvPr id="1" name="Shape 100"/>
        <p:cNvGrpSpPr/>
        <p:nvPr/>
      </p:nvGrpSpPr>
      <p:grpSpPr>
        <a:xfrm>
          <a:off x="0" y="0"/>
          <a:ext cx="0" cy="0"/>
          <a:chOff x="0" y="0"/>
          <a:chExt cx="0" cy="0"/>
        </a:xfrm>
      </p:grpSpPr>
      <p:sp>
        <p:nvSpPr>
          <p:cNvPr id="101" name="Google Shape;101;p9"/>
          <p:cNvSpPr txBox="1">
            <a:spLocks noGrp="1"/>
          </p:cNvSpPr>
          <p:nvPr>
            <p:ph type="title"/>
          </p:nvPr>
        </p:nvSpPr>
        <p:spPr>
          <a:xfrm>
            <a:off x="964022" y="2476500"/>
            <a:ext cx="7132320" cy="3289971"/>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dk1"/>
              </a:buClr>
              <a:buSzPts val="2800"/>
              <a:buFont typeface="Libre Franklin"/>
              <a:buNone/>
              <a:defRPr sz="2800" b="0" i="0">
                <a:solidFill>
                  <a:schemeClr val="dk1"/>
                </a:solidFill>
                <a:latin typeface="Libre Franklin"/>
                <a:ea typeface="Libre Franklin"/>
                <a:cs typeface="Libre Franklin"/>
                <a:sym typeface="Libre Frankli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9"/>
          <p:cNvSpPr txBox="1"/>
          <p:nvPr/>
        </p:nvSpPr>
        <p:spPr>
          <a:xfrm>
            <a:off x="699948" y="548291"/>
            <a:ext cx="1589372" cy="31700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0"/>
              <a:buFont typeface="Arial"/>
              <a:buNone/>
            </a:pPr>
            <a:r>
              <a:rPr lang="en-US" sz="20000" b="1" i="0" u="none" strike="noStrike" cap="none" dirty="0">
                <a:solidFill>
                  <a:schemeClr val="dk1"/>
                </a:solidFill>
                <a:latin typeface="Libre Franklin"/>
                <a:ea typeface="Libre Franklin"/>
                <a:cs typeface="Libre Franklin"/>
                <a:sym typeface="Libre Franklin"/>
              </a:rPr>
              <a:t>“</a:t>
            </a:r>
            <a:endParaRPr sz="1400" b="0" i="0" u="none" strike="noStrike" cap="none" dirty="0">
              <a:solidFill>
                <a:srgbClr val="000000"/>
              </a:solidFill>
              <a:latin typeface="Arial"/>
              <a:ea typeface="Arial"/>
              <a:cs typeface="Arial"/>
              <a:sym typeface="Arial"/>
            </a:endParaRPr>
          </a:p>
        </p:txBody>
      </p:sp>
      <p:grpSp>
        <p:nvGrpSpPr>
          <p:cNvPr id="103" name="Google Shape;103;p9"/>
          <p:cNvGrpSpPr/>
          <p:nvPr/>
        </p:nvGrpSpPr>
        <p:grpSpPr>
          <a:xfrm>
            <a:off x="6362700" y="0"/>
            <a:ext cx="5829298" cy="3235602"/>
            <a:chOff x="5612972" y="1"/>
            <a:chExt cx="6615961" cy="3672246"/>
          </a:xfrm>
        </p:grpSpPr>
        <p:sp>
          <p:nvSpPr>
            <p:cNvPr id="104" name="Google Shape;104;p9"/>
            <p:cNvSpPr/>
            <p:nvPr/>
          </p:nvSpPr>
          <p:spPr>
            <a:xfrm>
              <a:off x="5612972" y="1"/>
              <a:ext cx="4408998"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05" name="Google Shape;105;p9"/>
            <p:cNvSpPr/>
            <p:nvPr/>
          </p:nvSpPr>
          <p:spPr>
            <a:xfrm>
              <a:off x="6341233" y="1463970"/>
              <a:ext cx="2208196" cy="2208277"/>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06" name="Google Shape;106;p9"/>
            <p:cNvSpPr/>
            <p:nvPr/>
          </p:nvSpPr>
          <p:spPr>
            <a:xfrm>
              <a:off x="8555590" y="1"/>
              <a:ext cx="1457754" cy="729520"/>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07" name="Google Shape;107;p9"/>
            <p:cNvSpPr/>
            <p:nvPr/>
          </p:nvSpPr>
          <p:spPr>
            <a:xfrm>
              <a:off x="7076887" y="728289"/>
              <a:ext cx="2208196" cy="2208277"/>
            </a:xfrm>
            <a:custGeom>
              <a:avLst/>
              <a:gdLst/>
              <a:ahLst/>
              <a:cxnLst/>
              <a:rect l="l" t="t" r="r" b="b"/>
              <a:pathLst>
                <a:path w="1792" h="1792" extrusionOk="0">
                  <a:moveTo>
                    <a:pt x="598" y="0"/>
                  </a:moveTo>
                  <a:lnTo>
                    <a:pt x="0" y="597"/>
                  </a:lnTo>
                  <a:lnTo>
                    <a:pt x="1195" y="1792"/>
                  </a:lnTo>
                  <a:lnTo>
                    <a:pt x="1792" y="1195"/>
                  </a:lnTo>
                  <a:lnTo>
                    <a:pt x="598"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08" name="Google Shape;108;p9"/>
            <p:cNvSpPr/>
            <p:nvPr/>
          </p:nvSpPr>
          <p:spPr>
            <a:xfrm>
              <a:off x="9285083" y="728289"/>
              <a:ext cx="2943850" cy="2943958"/>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grpSp>
      <p:grpSp>
        <p:nvGrpSpPr>
          <p:cNvPr id="109" name="Google Shape;109;p9"/>
          <p:cNvGrpSpPr/>
          <p:nvPr/>
        </p:nvGrpSpPr>
        <p:grpSpPr>
          <a:xfrm rot="5400000" flipH="1">
            <a:off x="0" y="3900132"/>
            <a:ext cx="2959226" cy="2959226"/>
            <a:chOff x="0" y="12289"/>
            <a:chExt cx="3550" cy="3551"/>
          </a:xfrm>
        </p:grpSpPr>
        <p:sp>
          <p:nvSpPr>
            <p:cNvPr id="110" name="Google Shape;110;p9"/>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11" name="Google Shape;111;p9"/>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12" name="Google Shape;112;p9"/>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grpSp>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eam">
  <p:cSld name="Team">
    <p:bg>
      <p:bgPr>
        <a:solidFill>
          <a:schemeClr val="lt1"/>
        </a:solidFill>
        <a:effectLst/>
      </p:bgPr>
    </p:bg>
    <p:spTree>
      <p:nvGrpSpPr>
        <p:cNvPr id="1" name="Shape 113"/>
        <p:cNvGrpSpPr/>
        <p:nvPr/>
      </p:nvGrpSpPr>
      <p:grpSpPr>
        <a:xfrm>
          <a:off x="0" y="0"/>
          <a:ext cx="0" cy="0"/>
          <a:chOff x="0" y="0"/>
          <a:chExt cx="0" cy="0"/>
        </a:xfrm>
      </p:grpSpPr>
      <p:grpSp>
        <p:nvGrpSpPr>
          <p:cNvPr id="114" name="Google Shape;114;p10"/>
          <p:cNvGrpSpPr/>
          <p:nvPr/>
        </p:nvGrpSpPr>
        <p:grpSpPr>
          <a:xfrm rot="5400000" flipH="1">
            <a:off x="0" y="3900132"/>
            <a:ext cx="2959226" cy="2959226"/>
            <a:chOff x="0" y="12289"/>
            <a:chExt cx="3550" cy="3551"/>
          </a:xfrm>
        </p:grpSpPr>
        <p:sp>
          <p:nvSpPr>
            <p:cNvPr id="115" name="Google Shape;115;p10"/>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16" name="Google Shape;116;p10"/>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17" name="Google Shape;117;p10"/>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grpSp>
      <p:sp>
        <p:nvSpPr>
          <p:cNvPr id="118" name="Google Shape;118;p10"/>
          <p:cNvSpPr>
            <a:spLocks noGrp="1"/>
          </p:cNvSpPr>
          <p:nvPr>
            <p:ph type="pic" idx="2"/>
          </p:nvPr>
        </p:nvSpPr>
        <p:spPr>
          <a:xfrm>
            <a:off x="954268" y="2572883"/>
            <a:ext cx="2118245" cy="2037217"/>
          </a:xfrm>
          <a:prstGeom prst="rect">
            <a:avLst/>
          </a:prstGeom>
          <a:noFill/>
          <a:ln>
            <a:noFill/>
          </a:ln>
        </p:spPr>
      </p:sp>
      <p:sp>
        <p:nvSpPr>
          <p:cNvPr id="119" name="Google Shape;119;p10"/>
          <p:cNvSpPr txBox="1">
            <a:spLocks noGrp="1"/>
          </p:cNvSpPr>
          <p:nvPr>
            <p:ph type="title"/>
          </p:nvPr>
        </p:nvSpPr>
        <p:spPr>
          <a:xfrm>
            <a:off x="964022" y="879063"/>
            <a:ext cx="75322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120" name="Google Shape;120;p10"/>
          <p:cNvCxnSpPr/>
          <p:nvPr/>
        </p:nvCxnSpPr>
        <p:spPr>
          <a:xfrm>
            <a:off x="952500" y="1939108"/>
            <a:ext cx="2133600" cy="0"/>
          </a:xfrm>
          <a:prstGeom prst="straightConnector1">
            <a:avLst/>
          </a:prstGeom>
          <a:noFill/>
          <a:ln w="101600" cap="flat" cmpd="sng">
            <a:solidFill>
              <a:schemeClr val="lt1"/>
            </a:solidFill>
            <a:prstDash val="solid"/>
            <a:miter lim="800000"/>
            <a:headEnd type="none" w="sm" len="sm"/>
            <a:tailEnd type="none" w="sm" len="sm"/>
          </a:ln>
        </p:spPr>
      </p:cxnSp>
      <p:sp>
        <p:nvSpPr>
          <p:cNvPr id="121" name="Google Shape;121;p10"/>
          <p:cNvSpPr>
            <a:spLocks noGrp="1"/>
          </p:cNvSpPr>
          <p:nvPr>
            <p:ph type="pic" idx="3"/>
          </p:nvPr>
        </p:nvSpPr>
        <p:spPr>
          <a:xfrm>
            <a:off x="3658280" y="2572883"/>
            <a:ext cx="2118245" cy="2037217"/>
          </a:xfrm>
          <a:prstGeom prst="rect">
            <a:avLst/>
          </a:prstGeom>
          <a:noFill/>
          <a:ln>
            <a:noFill/>
          </a:ln>
        </p:spPr>
      </p:sp>
      <p:sp>
        <p:nvSpPr>
          <p:cNvPr id="122" name="Google Shape;122;p10"/>
          <p:cNvSpPr txBox="1">
            <a:spLocks noGrp="1"/>
          </p:cNvSpPr>
          <p:nvPr>
            <p:ph type="body" idx="1"/>
          </p:nvPr>
        </p:nvSpPr>
        <p:spPr>
          <a:xfrm>
            <a:off x="952500" y="5393169"/>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3" name="Google Shape;123;p10"/>
          <p:cNvSpPr txBox="1">
            <a:spLocks noGrp="1"/>
          </p:cNvSpPr>
          <p:nvPr>
            <p:ph type="body" idx="4"/>
          </p:nvPr>
        </p:nvSpPr>
        <p:spPr>
          <a:xfrm>
            <a:off x="952500" y="4986745"/>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4" name="Google Shape;124;p10"/>
          <p:cNvSpPr txBox="1">
            <a:spLocks noGrp="1"/>
          </p:cNvSpPr>
          <p:nvPr>
            <p:ph type="body" idx="5"/>
          </p:nvPr>
        </p:nvSpPr>
        <p:spPr>
          <a:xfrm>
            <a:off x="3663042" y="5393169"/>
            <a:ext cx="2128157"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5" name="Google Shape;125;p10"/>
          <p:cNvSpPr txBox="1">
            <a:spLocks noGrp="1"/>
          </p:cNvSpPr>
          <p:nvPr>
            <p:ph type="body" idx="6"/>
          </p:nvPr>
        </p:nvSpPr>
        <p:spPr>
          <a:xfrm>
            <a:off x="3663042" y="4986745"/>
            <a:ext cx="2128157"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6" name="Google Shape;126;p10"/>
          <p:cNvSpPr txBox="1">
            <a:spLocks noGrp="1"/>
          </p:cNvSpPr>
          <p:nvPr>
            <p:ph type="body" idx="7"/>
          </p:nvPr>
        </p:nvSpPr>
        <p:spPr>
          <a:xfrm>
            <a:off x="6367054" y="5393169"/>
            <a:ext cx="2129245"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7" name="Google Shape;127;p10"/>
          <p:cNvSpPr txBox="1">
            <a:spLocks noGrp="1"/>
          </p:cNvSpPr>
          <p:nvPr>
            <p:ph type="body" idx="8"/>
          </p:nvPr>
        </p:nvSpPr>
        <p:spPr>
          <a:xfrm>
            <a:off x="6367054" y="4986745"/>
            <a:ext cx="2129245"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8" name="Google Shape;128;p10"/>
          <p:cNvSpPr txBox="1">
            <a:spLocks noGrp="1"/>
          </p:cNvSpPr>
          <p:nvPr>
            <p:ph type="body" idx="9"/>
          </p:nvPr>
        </p:nvSpPr>
        <p:spPr>
          <a:xfrm>
            <a:off x="9110254" y="5393169"/>
            <a:ext cx="2129245"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9" name="Google Shape;129;p10"/>
          <p:cNvSpPr txBox="1">
            <a:spLocks noGrp="1"/>
          </p:cNvSpPr>
          <p:nvPr>
            <p:ph type="body" idx="13"/>
          </p:nvPr>
        </p:nvSpPr>
        <p:spPr>
          <a:xfrm>
            <a:off x="9110254" y="4986745"/>
            <a:ext cx="2129245"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grpSp>
        <p:nvGrpSpPr>
          <p:cNvPr id="130" name="Google Shape;130;p10"/>
          <p:cNvGrpSpPr/>
          <p:nvPr/>
        </p:nvGrpSpPr>
        <p:grpSpPr>
          <a:xfrm>
            <a:off x="6362700" y="0"/>
            <a:ext cx="5829298" cy="3235602"/>
            <a:chOff x="5612972" y="1"/>
            <a:chExt cx="6615961" cy="3672246"/>
          </a:xfrm>
        </p:grpSpPr>
        <p:sp>
          <p:nvSpPr>
            <p:cNvPr id="131" name="Google Shape;131;p10"/>
            <p:cNvSpPr/>
            <p:nvPr/>
          </p:nvSpPr>
          <p:spPr>
            <a:xfrm>
              <a:off x="5612972" y="1"/>
              <a:ext cx="4408998"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32" name="Google Shape;132;p10"/>
            <p:cNvSpPr/>
            <p:nvPr/>
          </p:nvSpPr>
          <p:spPr>
            <a:xfrm>
              <a:off x="6341233" y="1463970"/>
              <a:ext cx="2208196" cy="2208277"/>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33" name="Google Shape;133;p10"/>
            <p:cNvSpPr/>
            <p:nvPr/>
          </p:nvSpPr>
          <p:spPr>
            <a:xfrm>
              <a:off x="8555590" y="1"/>
              <a:ext cx="1457754" cy="729520"/>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34" name="Google Shape;134;p10"/>
            <p:cNvSpPr/>
            <p:nvPr/>
          </p:nvSpPr>
          <p:spPr>
            <a:xfrm>
              <a:off x="7076887" y="728289"/>
              <a:ext cx="2208196" cy="2208277"/>
            </a:xfrm>
            <a:custGeom>
              <a:avLst/>
              <a:gdLst/>
              <a:ahLst/>
              <a:cxnLst/>
              <a:rect l="l" t="t" r="r" b="b"/>
              <a:pathLst>
                <a:path w="1792" h="1792" extrusionOk="0">
                  <a:moveTo>
                    <a:pt x="598" y="0"/>
                  </a:moveTo>
                  <a:lnTo>
                    <a:pt x="0" y="597"/>
                  </a:lnTo>
                  <a:lnTo>
                    <a:pt x="1195" y="1792"/>
                  </a:lnTo>
                  <a:lnTo>
                    <a:pt x="1792" y="1195"/>
                  </a:lnTo>
                  <a:lnTo>
                    <a:pt x="598"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35" name="Google Shape;135;p10"/>
            <p:cNvSpPr/>
            <p:nvPr/>
          </p:nvSpPr>
          <p:spPr>
            <a:xfrm>
              <a:off x="9285083" y="728289"/>
              <a:ext cx="2943850" cy="2943958"/>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grpSp>
      <p:sp>
        <p:nvSpPr>
          <p:cNvPr id="136" name="Google Shape;136;p10"/>
          <p:cNvSpPr>
            <a:spLocks noGrp="1"/>
          </p:cNvSpPr>
          <p:nvPr>
            <p:ph type="pic" idx="14"/>
          </p:nvPr>
        </p:nvSpPr>
        <p:spPr>
          <a:xfrm>
            <a:off x="6362292" y="2572883"/>
            <a:ext cx="2118245" cy="2037217"/>
          </a:xfrm>
          <a:prstGeom prst="rect">
            <a:avLst/>
          </a:prstGeom>
          <a:noFill/>
          <a:ln>
            <a:noFill/>
          </a:ln>
        </p:spPr>
      </p:sp>
      <p:sp>
        <p:nvSpPr>
          <p:cNvPr id="137" name="Google Shape;137;p10"/>
          <p:cNvSpPr>
            <a:spLocks noGrp="1"/>
          </p:cNvSpPr>
          <p:nvPr>
            <p:ph type="pic" idx="15"/>
          </p:nvPr>
        </p:nvSpPr>
        <p:spPr>
          <a:xfrm>
            <a:off x="9112023" y="2572883"/>
            <a:ext cx="2118245" cy="2037217"/>
          </a:xfrm>
          <a:prstGeom prst="rect">
            <a:avLst/>
          </a:prstGeom>
          <a:noFill/>
          <a:ln>
            <a:noFill/>
          </a:ln>
        </p:spPr>
      </p:sp>
      <p:sp>
        <p:nvSpPr>
          <p:cNvPr id="138" name="Google Shape;138;p10"/>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39" name="Google Shape;139;p10"/>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40" name="Google Shape;140;p10"/>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dirty="0"/>
          </a:p>
        </p:txBody>
      </p:sp>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meline ">
  <p:cSld name="Timeline ">
    <p:bg>
      <p:bgPr>
        <a:solidFill>
          <a:schemeClr val="lt1"/>
        </a:solidFill>
        <a:effectLst/>
      </p:bgPr>
    </p:bg>
    <p:spTree>
      <p:nvGrpSpPr>
        <p:cNvPr id="1" name="Shape 141"/>
        <p:cNvGrpSpPr/>
        <p:nvPr/>
      </p:nvGrpSpPr>
      <p:grpSpPr>
        <a:xfrm>
          <a:off x="0" y="0"/>
          <a:ext cx="0" cy="0"/>
          <a:chOff x="0" y="0"/>
          <a:chExt cx="0" cy="0"/>
        </a:xfrm>
      </p:grpSpPr>
      <p:cxnSp>
        <p:nvCxnSpPr>
          <p:cNvPr id="142" name="Google Shape;142;p11"/>
          <p:cNvCxnSpPr/>
          <p:nvPr/>
        </p:nvCxnSpPr>
        <p:spPr>
          <a:xfrm flipH="1">
            <a:off x="1045959" y="2213783"/>
            <a:ext cx="2136"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143" name="Google Shape;143;p11"/>
          <p:cNvCxnSpPr/>
          <p:nvPr/>
        </p:nvCxnSpPr>
        <p:spPr>
          <a:xfrm flipH="1">
            <a:off x="6180493" y="2213783"/>
            <a:ext cx="11102"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144" name="Google Shape;144;p11"/>
          <p:cNvCxnSpPr/>
          <p:nvPr/>
        </p:nvCxnSpPr>
        <p:spPr>
          <a:xfrm flipH="1">
            <a:off x="8745623" y="3904712"/>
            <a:ext cx="2136"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145" name="Google Shape;145;p11"/>
          <p:cNvCxnSpPr/>
          <p:nvPr/>
        </p:nvCxnSpPr>
        <p:spPr>
          <a:xfrm flipH="1">
            <a:off x="3611089" y="3895941"/>
            <a:ext cx="2136" cy="1828800"/>
          </a:xfrm>
          <a:prstGeom prst="straightConnector1">
            <a:avLst/>
          </a:prstGeom>
          <a:noFill/>
          <a:ln w="165100" cap="flat" cmpd="sng">
            <a:solidFill>
              <a:schemeClr val="accent6"/>
            </a:solidFill>
            <a:prstDash val="solid"/>
            <a:miter lim="800000"/>
            <a:headEnd type="none" w="sm" len="sm"/>
            <a:tailEnd type="none" w="sm" len="sm"/>
          </a:ln>
        </p:spPr>
      </p:cxnSp>
      <p:sp>
        <p:nvSpPr>
          <p:cNvPr id="146" name="Google Shape;146;p11"/>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11"/>
          <p:cNvSpPr txBox="1">
            <a:spLocks noGrp="1"/>
          </p:cNvSpPr>
          <p:nvPr>
            <p:ph type="body" idx="1"/>
          </p:nvPr>
        </p:nvSpPr>
        <p:spPr>
          <a:xfrm>
            <a:off x="1296955" y="2934856"/>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48" name="Google Shape;148;p11"/>
          <p:cNvSpPr txBox="1">
            <a:spLocks noGrp="1"/>
          </p:cNvSpPr>
          <p:nvPr>
            <p:ph type="body" idx="2"/>
          </p:nvPr>
        </p:nvSpPr>
        <p:spPr>
          <a:xfrm>
            <a:off x="1296955" y="2568686"/>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49" name="Google Shape;149;p11"/>
          <p:cNvSpPr txBox="1">
            <a:spLocks noGrp="1"/>
          </p:cNvSpPr>
          <p:nvPr>
            <p:ph type="body" idx="3"/>
          </p:nvPr>
        </p:nvSpPr>
        <p:spPr>
          <a:xfrm>
            <a:off x="3897799" y="5087328"/>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0" name="Google Shape;150;p11"/>
          <p:cNvSpPr txBox="1">
            <a:spLocks noGrp="1"/>
          </p:cNvSpPr>
          <p:nvPr>
            <p:ph type="body" idx="4"/>
          </p:nvPr>
        </p:nvSpPr>
        <p:spPr>
          <a:xfrm>
            <a:off x="3897799" y="4701908"/>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1" name="Google Shape;151;p11"/>
          <p:cNvSpPr txBox="1">
            <a:spLocks noGrp="1"/>
          </p:cNvSpPr>
          <p:nvPr>
            <p:ph type="body" idx="5"/>
          </p:nvPr>
        </p:nvSpPr>
        <p:spPr>
          <a:xfrm>
            <a:off x="9001711" y="5087328"/>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2" name="Google Shape;152;p11"/>
          <p:cNvSpPr txBox="1">
            <a:spLocks noGrp="1"/>
          </p:cNvSpPr>
          <p:nvPr>
            <p:ph type="body" idx="6"/>
          </p:nvPr>
        </p:nvSpPr>
        <p:spPr>
          <a:xfrm>
            <a:off x="9001711" y="4701908"/>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3" name="Google Shape;153;p11"/>
          <p:cNvSpPr txBox="1">
            <a:spLocks noGrp="1"/>
          </p:cNvSpPr>
          <p:nvPr>
            <p:ph type="body" idx="7"/>
          </p:nvPr>
        </p:nvSpPr>
        <p:spPr>
          <a:xfrm>
            <a:off x="6438143" y="2934856"/>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4" name="Google Shape;154;p11"/>
          <p:cNvSpPr txBox="1">
            <a:spLocks noGrp="1"/>
          </p:cNvSpPr>
          <p:nvPr>
            <p:ph type="body" idx="8"/>
          </p:nvPr>
        </p:nvSpPr>
        <p:spPr>
          <a:xfrm>
            <a:off x="6438143" y="2568686"/>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155" name="Google Shape;155;p11"/>
          <p:cNvCxnSpPr/>
          <p:nvPr/>
        </p:nvCxnSpPr>
        <p:spPr>
          <a:xfrm>
            <a:off x="967689" y="3968780"/>
            <a:ext cx="10275477" cy="0"/>
          </a:xfrm>
          <a:prstGeom prst="straightConnector1">
            <a:avLst/>
          </a:prstGeom>
          <a:noFill/>
          <a:ln w="165100" cap="flat" cmpd="sng">
            <a:solidFill>
              <a:schemeClr val="accent3"/>
            </a:solidFill>
            <a:prstDash val="solid"/>
            <a:miter lim="800000"/>
            <a:headEnd type="none" w="sm" len="sm"/>
            <a:tailEnd type="none" w="sm" len="sm"/>
          </a:ln>
        </p:spPr>
      </p:cxnSp>
      <p:sp>
        <p:nvSpPr>
          <p:cNvPr id="156" name="Google Shape;156;p11"/>
          <p:cNvSpPr/>
          <p:nvPr/>
        </p:nvSpPr>
        <p:spPr>
          <a:xfrm>
            <a:off x="964323" y="3883241"/>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57" name="Google Shape;157;p11"/>
          <p:cNvSpPr/>
          <p:nvPr/>
        </p:nvSpPr>
        <p:spPr>
          <a:xfrm>
            <a:off x="3531590" y="3892012"/>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58" name="Google Shape;158;p11"/>
          <p:cNvSpPr/>
          <p:nvPr/>
        </p:nvSpPr>
        <p:spPr>
          <a:xfrm>
            <a:off x="6098857" y="3883241"/>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59" name="Google Shape;159;p11"/>
          <p:cNvSpPr/>
          <p:nvPr/>
        </p:nvSpPr>
        <p:spPr>
          <a:xfrm>
            <a:off x="8666124" y="3892012"/>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60" name="Google Shape;160;p11"/>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61" name="Google Shape;161;p11"/>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62" name="Google Shape;162;p11"/>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dirty="0"/>
          </a:p>
        </p:txBody>
      </p:sp>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 Col">
  <p:cSld name="2 Col">
    <p:bg>
      <p:bgPr>
        <a:solidFill>
          <a:schemeClr val="lt1"/>
        </a:solidFill>
        <a:effectLst/>
      </p:bgPr>
    </p:bg>
    <p:spTree>
      <p:nvGrpSpPr>
        <p:cNvPr id="1" name="Shape 163"/>
        <p:cNvGrpSpPr/>
        <p:nvPr/>
      </p:nvGrpSpPr>
      <p:grpSpPr>
        <a:xfrm>
          <a:off x="0" y="0"/>
          <a:ext cx="0" cy="0"/>
          <a:chOff x="0" y="0"/>
          <a:chExt cx="0" cy="0"/>
        </a:xfrm>
      </p:grpSpPr>
      <p:grpSp>
        <p:nvGrpSpPr>
          <p:cNvPr id="164" name="Google Shape;164;p12"/>
          <p:cNvGrpSpPr/>
          <p:nvPr/>
        </p:nvGrpSpPr>
        <p:grpSpPr>
          <a:xfrm rot="5400000" flipH="1">
            <a:off x="0" y="3900132"/>
            <a:ext cx="2959226" cy="2959226"/>
            <a:chOff x="0" y="12289"/>
            <a:chExt cx="3550" cy="3551"/>
          </a:xfrm>
        </p:grpSpPr>
        <p:sp>
          <p:nvSpPr>
            <p:cNvPr id="165" name="Google Shape;165;p12"/>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66" name="Google Shape;166;p12"/>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67" name="Google Shape;167;p12"/>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grpSp>
      <p:sp>
        <p:nvSpPr>
          <p:cNvPr id="168" name="Google Shape;168;p12"/>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169" name="Google Shape;169;p12"/>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170" name="Google Shape;170;p12"/>
          <p:cNvSpPr txBox="1">
            <a:spLocks noGrp="1"/>
          </p:cNvSpPr>
          <p:nvPr>
            <p:ph type="body" idx="1"/>
          </p:nvPr>
        </p:nvSpPr>
        <p:spPr>
          <a:xfrm>
            <a:off x="964023" y="2300984"/>
            <a:ext cx="4827178"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71" name="Google Shape;171;p12"/>
          <p:cNvSpPr txBox="1">
            <a:spLocks noGrp="1"/>
          </p:cNvSpPr>
          <p:nvPr>
            <p:ph type="body" idx="2"/>
          </p:nvPr>
        </p:nvSpPr>
        <p:spPr>
          <a:xfrm>
            <a:off x="6362700" y="2300984"/>
            <a:ext cx="4764829"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72" name="Google Shape;172;p12"/>
          <p:cNvSpPr txBox="1">
            <a:spLocks noGrp="1"/>
          </p:cNvSpPr>
          <p:nvPr>
            <p:ph type="body" idx="3"/>
          </p:nvPr>
        </p:nvSpPr>
        <p:spPr>
          <a:xfrm>
            <a:off x="964023" y="2799146"/>
            <a:ext cx="4827178"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73" name="Google Shape;173;p12"/>
          <p:cNvSpPr txBox="1">
            <a:spLocks noGrp="1"/>
          </p:cNvSpPr>
          <p:nvPr>
            <p:ph type="body" idx="4"/>
          </p:nvPr>
        </p:nvSpPr>
        <p:spPr>
          <a:xfrm>
            <a:off x="6362700" y="2799146"/>
            <a:ext cx="4756241"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174" name="Google Shape;174;p12"/>
          <p:cNvCxnSpPr/>
          <p:nvPr/>
        </p:nvCxnSpPr>
        <p:spPr>
          <a:xfrm>
            <a:off x="63627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175" name="Google Shape;175;p12"/>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76" name="Google Shape;176;p12"/>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77" name="Google Shape;177;p12"/>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dirty="0"/>
          </a:p>
        </p:txBody>
      </p:sp>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l">
  <p:cSld name="3 col">
    <p:bg>
      <p:bgPr>
        <a:solidFill>
          <a:schemeClr val="lt1"/>
        </a:solidFill>
        <a:effectLst/>
      </p:bgPr>
    </p:bg>
    <p:spTree>
      <p:nvGrpSpPr>
        <p:cNvPr id="1" name="Shape 178"/>
        <p:cNvGrpSpPr/>
        <p:nvPr/>
      </p:nvGrpSpPr>
      <p:grpSpPr>
        <a:xfrm>
          <a:off x="0" y="0"/>
          <a:ext cx="0" cy="0"/>
          <a:chOff x="0" y="0"/>
          <a:chExt cx="0" cy="0"/>
        </a:xfrm>
      </p:grpSpPr>
      <p:grpSp>
        <p:nvGrpSpPr>
          <p:cNvPr id="179" name="Google Shape;179;p13"/>
          <p:cNvGrpSpPr/>
          <p:nvPr/>
        </p:nvGrpSpPr>
        <p:grpSpPr>
          <a:xfrm rot="5400000" flipH="1">
            <a:off x="0" y="3900132"/>
            <a:ext cx="2959226" cy="2959226"/>
            <a:chOff x="0" y="12289"/>
            <a:chExt cx="3550" cy="3551"/>
          </a:xfrm>
        </p:grpSpPr>
        <p:sp>
          <p:nvSpPr>
            <p:cNvPr id="180" name="Google Shape;180;p13"/>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81" name="Google Shape;181;p13"/>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182" name="Google Shape;182;p13"/>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grpSp>
      <p:sp>
        <p:nvSpPr>
          <p:cNvPr id="183" name="Google Shape;183;p13"/>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184" name="Google Shape;184;p13"/>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185" name="Google Shape;185;p13"/>
          <p:cNvSpPr txBox="1">
            <a:spLocks noGrp="1"/>
          </p:cNvSpPr>
          <p:nvPr>
            <p:ph type="body" idx="1"/>
          </p:nvPr>
        </p:nvSpPr>
        <p:spPr>
          <a:xfrm>
            <a:off x="952500" y="2300156"/>
            <a:ext cx="3036477"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86" name="Google Shape;186;p13"/>
          <p:cNvSpPr txBox="1">
            <a:spLocks noGrp="1"/>
          </p:cNvSpPr>
          <p:nvPr>
            <p:ph type="body" idx="2"/>
          </p:nvPr>
        </p:nvSpPr>
        <p:spPr>
          <a:xfrm>
            <a:off x="952500" y="2799146"/>
            <a:ext cx="3036477"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7" name="Google Shape;187;p13"/>
          <p:cNvSpPr txBox="1">
            <a:spLocks noGrp="1"/>
          </p:cNvSpPr>
          <p:nvPr>
            <p:ph type="body" idx="3"/>
          </p:nvPr>
        </p:nvSpPr>
        <p:spPr>
          <a:xfrm>
            <a:off x="4569372" y="2300156"/>
            <a:ext cx="3036477"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88" name="Google Shape;188;p13"/>
          <p:cNvSpPr txBox="1">
            <a:spLocks noGrp="1"/>
          </p:cNvSpPr>
          <p:nvPr>
            <p:ph type="body" idx="4"/>
          </p:nvPr>
        </p:nvSpPr>
        <p:spPr>
          <a:xfrm>
            <a:off x="4569372" y="2799146"/>
            <a:ext cx="3050628"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9" name="Google Shape;189;p13"/>
          <p:cNvSpPr txBox="1">
            <a:spLocks noGrp="1"/>
          </p:cNvSpPr>
          <p:nvPr>
            <p:ph type="body" idx="5"/>
          </p:nvPr>
        </p:nvSpPr>
        <p:spPr>
          <a:xfrm>
            <a:off x="8187017" y="2300156"/>
            <a:ext cx="3036477"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90" name="Google Shape;190;p13"/>
          <p:cNvSpPr txBox="1">
            <a:spLocks noGrp="1"/>
          </p:cNvSpPr>
          <p:nvPr>
            <p:ph type="body" idx="6"/>
          </p:nvPr>
        </p:nvSpPr>
        <p:spPr>
          <a:xfrm>
            <a:off x="8187017" y="2799146"/>
            <a:ext cx="3036477"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191" name="Google Shape;191;p13"/>
          <p:cNvCxnSpPr/>
          <p:nvPr/>
        </p:nvCxnSpPr>
        <p:spPr>
          <a:xfrm>
            <a:off x="4569372" y="1939108"/>
            <a:ext cx="2133600" cy="3992"/>
          </a:xfrm>
          <a:prstGeom prst="straightConnector1">
            <a:avLst/>
          </a:prstGeom>
          <a:noFill/>
          <a:ln w="101600" cap="flat" cmpd="sng">
            <a:solidFill>
              <a:schemeClr val="lt2"/>
            </a:solidFill>
            <a:prstDash val="solid"/>
            <a:miter lim="800000"/>
            <a:headEnd type="none" w="sm" len="sm"/>
            <a:tailEnd type="none" w="sm" len="sm"/>
          </a:ln>
        </p:spPr>
      </p:cxnSp>
      <p:cxnSp>
        <p:nvCxnSpPr>
          <p:cNvPr id="192" name="Google Shape;192;p13"/>
          <p:cNvCxnSpPr/>
          <p:nvPr/>
        </p:nvCxnSpPr>
        <p:spPr>
          <a:xfrm>
            <a:off x="8187017"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193" name="Google Shape;193;p13"/>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4" name="Google Shape;194;p13"/>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5" name="Google Shape;195;p13"/>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dirty="0"/>
          </a:p>
        </p:txBody>
      </p:sp>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pos="600">
          <p15:clr>
            <a:srgbClr val="FBAE40"/>
          </p15:clr>
        </p15:guide>
        <p15:guide id="2" pos="7080">
          <p15:clr>
            <a:srgbClr val="FBAE40"/>
          </p15:clr>
        </p15:guide>
        <p15:guide id="3" pos="2520">
          <p15:clr>
            <a:srgbClr val="FBAE40"/>
          </p15:clr>
        </p15:guide>
        <p15:guide id="4" pos="5160">
          <p15:clr>
            <a:srgbClr val="FBAE40"/>
          </p15:clr>
        </p15:guide>
        <p15:guide id="5" orient="horz" pos="1224">
          <p15:clr>
            <a:srgbClr val="FBAE40"/>
          </p15:clr>
        </p15:guide>
        <p15:guide id="6" orient="horz" pos="1440">
          <p15:clr>
            <a:srgbClr val="FBAE40"/>
          </p15:clr>
        </p15:guide>
        <p15:guide id="7" orient="horz" pos="552">
          <p15:clr>
            <a:srgbClr val="FBAE40"/>
          </p15:clr>
        </p15:guide>
        <p15:guide id="8" pos="4800">
          <p15:clr>
            <a:srgbClr val="FBAE40"/>
          </p15:clr>
        </p15:guide>
        <p15:guide id="9" pos="2880">
          <p15:clr>
            <a:srgbClr val="FBAE40"/>
          </p15:clr>
        </p15:guide>
        <p15:guide id="10" orient="horz" pos="17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 You">
  <p:cSld name="Thank You">
    <p:bg>
      <p:bgPr>
        <a:solidFill>
          <a:schemeClr val="lt1"/>
        </a:solidFill>
        <a:effectLst/>
      </p:bgPr>
    </p:bg>
    <p:spTree>
      <p:nvGrpSpPr>
        <p:cNvPr id="1" name="Shape 196"/>
        <p:cNvGrpSpPr/>
        <p:nvPr/>
      </p:nvGrpSpPr>
      <p:grpSpPr>
        <a:xfrm>
          <a:off x="0" y="0"/>
          <a:ext cx="0" cy="0"/>
          <a:chOff x="0" y="0"/>
          <a:chExt cx="0" cy="0"/>
        </a:xfrm>
      </p:grpSpPr>
      <p:sp>
        <p:nvSpPr>
          <p:cNvPr id="197" name="Google Shape;197;p14"/>
          <p:cNvSpPr txBox="1">
            <a:spLocks noGrp="1"/>
          </p:cNvSpPr>
          <p:nvPr>
            <p:ph type="body" idx="1"/>
          </p:nvPr>
        </p:nvSpPr>
        <p:spPr>
          <a:xfrm>
            <a:off x="6896100" y="5102063"/>
            <a:ext cx="4914900" cy="588795"/>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1000"/>
              </a:spcBef>
              <a:spcAft>
                <a:spcPts val="0"/>
              </a:spcAft>
              <a:buClr>
                <a:schemeClr val="lt2"/>
              </a:buClr>
              <a:buSzPts val="1600"/>
              <a:buNone/>
              <a:defRPr sz="1600" b="0" i="0">
                <a:solidFill>
                  <a:schemeClr val="lt2"/>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98" name="Google Shape;198;p14"/>
          <p:cNvSpPr txBox="1">
            <a:spLocks noGrp="1"/>
          </p:cNvSpPr>
          <p:nvPr>
            <p:ph type="subTitle" idx="2"/>
          </p:nvPr>
        </p:nvSpPr>
        <p:spPr>
          <a:xfrm>
            <a:off x="6907623" y="3591098"/>
            <a:ext cx="4903377" cy="1057791"/>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chemeClr val="dk1"/>
              </a:buClr>
              <a:buSzPts val="1600"/>
              <a:buNone/>
              <a:defRPr sz="1600" b="0" i="0">
                <a:solidFill>
                  <a:schemeClr val="dk1"/>
                </a:solidFill>
                <a:latin typeface="Libre Franklin"/>
                <a:ea typeface="Libre Franklin"/>
                <a:cs typeface="Libre Franklin"/>
                <a:sym typeface="Libre Frankli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99" name="Google Shape;199;p14"/>
          <p:cNvSpPr txBox="1">
            <a:spLocks noGrp="1"/>
          </p:cNvSpPr>
          <p:nvPr>
            <p:ph type="title"/>
          </p:nvPr>
        </p:nvSpPr>
        <p:spPr>
          <a:xfrm>
            <a:off x="6907623" y="2173658"/>
            <a:ext cx="49033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200" name="Google Shape;200;p14"/>
          <p:cNvCxnSpPr/>
          <p:nvPr/>
        </p:nvCxnSpPr>
        <p:spPr>
          <a:xfrm>
            <a:off x="6896100" y="3233703"/>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01" name="Google Shape;201;p14"/>
          <p:cNvSpPr>
            <a:spLocks noGrp="1"/>
          </p:cNvSpPr>
          <p:nvPr>
            <p:ph type="pic" idx="3"/>
          </p:nvPr>
        </p:nvSpPr>
        <p:spPr>
          <a:xfrm>
            <a:off x="0" y="0"/>
            <a:ext cx="6096000" cy="6858000"/>
          </a:xfrm>
          <a:prstGeom prst="rect">
            <a:avLst/>
          </a:prstGeom>
          <a:noFill/>
          <a:ln>
            <a:noFill/>
          </a:ln>
        </p:spPr>
      </p:sp>
      <p:grpSp>
        <p:nvGrpSpPr>
          <p:cNvPr id="202" name="Google Shape;202;p14"/>
          <p:cNvGrpSpPr/>
          <p:nvPr/>
        </p:nvGrpSpPr>
        <p:grpSpPr>
          <a:xfrm rot="10800000">
            <a:off x="8870040" y="0"/>
            <a:ext cx="3325208" cy="3325208"/>
            <a:chOff x="0" y="12289"/>
            <a:chExt cx="3550" cy="3551"/>
          </a:xfrm>
        </p:grpSpPr>
        <p:sp>
          <p:nvSpPr>
            <p:cNvPr id="203" name="Google Shape;203;p14"/>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204" name="Google Shape;204;p14"/>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sp>
          <p:nvSpPr>
            <p:cNvPr id="205" name="Google Shape;205;p14"/>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Libre Franklin"/>
                <a:ea typeface="Libre Franklin"/>
                <a:cs typeface="Libre Franklin"/>
                <a:sym typeface="Libre Franklin"/>
              </a:endParaRPr>
            </a:p>
          </p:txBody>
        </p:sp>
      </p:grpSp>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971550" y="1825625"/>
            <a:ext cx="1038225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11" name="Google Shape;11;p1"/>
          <p:cNvSpPr txBox="1">
            <a:spLocks noGrp="1"/>
          </p:cNvSpPr>
          <p:nvPr>
            <p:ph type="title"/>
          </p:nvPr>
        </p:nvSpPr>
        <p:spPr>
          <a:xfrm>
            <a:off x="952500" y="365125"/>
            <a:ext cx="104013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Franklin Gothic"/>
              <a:buNone/>
              <a:defRPr sz="4400" b="1" i="0" u="none" strike="noStrike" cap="none">
                <a:solidFill>
                  <a:schemeClr val="dk1"/>
                </a:solidFill>
                <a:latin typeface="Franklin Gothic"/>
                <a:ea typeface="Franklin Gothic"/>
                <a:cs typeface="Franklin Gothic"/>
                <a:sym typeface="Frankli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9pPr>
          </a:lstStyle>
          <a:p>
            <a:endParaRPr dirty="0"/>
          </a:p>
        </p:txBody>
      </p:sp>
      <p:sp>
        <p:nvSpPr>
          <p:cNvPr id="13" name="Google Shape;13;p1"/>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Franklin Gothic"/>
                <a:ea typeface="Franklin Gothic"/>
                <a:cs typeface="Franklin Gothic"/>
                <a:sym typeface="Frankli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9pPr>
          </a:lstStyle>
          <a:p>
            <a:endParaRPr dirty="0"/>
          </a:p>
        </p:txBody>
      </p:sp>
      <p:sp>
        <p:nvSpPr>
          <p:cNvPr id="14" name="Google Shape;14;p1"/>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5"/>
          <p:cNvSpPr txBox="1">
            <a:spLocks noGrp="1"/>
          </p:cNvSpPr>
          <p:nvPr>
            <p:ph type="ctrTitle"/>
          </p:nvPr>
        </p:nvSpPr>
        <p:spPr>
          <a:xfrm>
            <a:off x="5250254" y="148172"/>
            <a:ext cx="6461759" cy="115168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3600"/>
              <a:buFont typeface="Franklin Gothic"/>
              <a:buNone/>
            </a:pPr>
            <a:r>
              <a:rPr lang="en-US" sz="3600" b="1" dirty="0"/>
              <a:t>Basic Details of the Team and Problem Statement</a:t>
            </a:r>
            <a:endParaRPr dirty="0"/>
          </a:p>
        </p:txBody>
      </p:sp>
      <p:sp>
        <p:nvSpPr>
          <p:cNvPr id="211" name="Google Shape;211;p15"/>
          <p:cNvSpPr txBox="1">
            <a:spLocks noGrp="1"/>
          </p:cNvSpPr>
          <p:nvPr>
            <p:ph type="body" idx="1"/>
          </p:nvPr>
        </p:nvSpPr>
        <p:spPr>
          <a:xfrm>
            <a:off x="5807968" y="1340768"/>
            <a:ext cx="6045695" cy="5328592"/>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lt2"/>
              </a:buClr>
              <a:buSzPts val="1800"/>
              <a:buNone/>
            </a:pPr>
            <a:r>
              <a:rPr lang="en-US" dirty="0" smtClean="0">
                <a:latin typeface="Franklin Gothic"/>
                <a:ea typeface="Franklin Gothic"/>
                <a:cs typeface="Franklin Gothic"/>
                <a:sym typeface="Franklin Gothic"/>
              </a:rPr>
              <a:t>Ministry/Organization Name/Student Innovation: </a:t>
            </a:r>
            <a:endParaRPr dirty="0" smtClean="0"/>
          </a:p>
          <a:p>
            <a:pPr marL="0" lvl="0" indent="0" algn="l" rtl="0">
              <a:lnSpc>
                <a:spcPct val="90000"/>
              </a:lnSpc>
              <a:spcBef>
                <a:spcPts val="1000"/>
              </a:spcBef>
              <a:spcAft>
                <a:spcPts val="0"/>
              </a:spcAft>
              <a:buClr>
                <a:schemeClr val="lt2"/>
              </a:buClr>
              <a:buSzPts val="1800"/>
              <a:buNone/>
            </a:pPr>
            <a:endParaRPr dirty="0" smtClean="0">
              <a:latin typeface="Franklin Gothic"/>
              <a:ea typeface="Franklin Gothic"/>
              <a:cs typeface="Franklin Gothic"/>
              <a:sym typeface="Franklin Gothic"/>
            </a:endParaRPr>
          </a:p>
          <a:p>
            <a:pPr marL="0" lvl="0" indent="0" algn="l" rtl="0">
              <a:lnSpc>
                <a:spcPct val="90000"/>
              </a:lnSpc>
              <a:spcBef>
                <a:spcPts val="1000"/>
              </a:spcBef>
              <a:spcAft>
                <a:spcPts val="0"/>
              </a:spcAft>
              <a:buClr>
                <a:schemeClr val="lt2"/>
              </a:buClr>
              <a:buSzPts val="1800"/>
              <a:buNone/>
            </a:pPr>
            <a:r>
              <a:rPr lang="en-US" dirty="0" smtClean="0">
                <a:latin typeface="Franklin Gothic"/>
                <a:ea typeface="Franklin Gothic"/>
                <a:cs typeface="Franklin Gothic"/>
                <a:sym typeface="Franklin Gothic"/>
              </a:rPr>
              <a:t>PS Code: SM960</a:t>
            </a:r>
            <a:endParaRPr dirty="0" smtClean="0"/>
          </a:p>
          <a:p>
            <a:pPr marL="0" lvl="0" indent="0"/>
            <a:r>
              <a:rPr lang="en-US" dirty="0" smtClean="0">
                <a:latin typeface="Franklin Gothic"/>
                <a:ea typeface="Franklin Gothic"/>
                <a:cs typeface="Franklin Gothic"/>
                <a:sym typeface="Franklin Gothic"/>
              </a:rPr>
              <a:t>   </a:t>
            </a:r>
            <a:br>
              <a:rPr lang="en-US" dirty="0" smtClean="0">
                <a:latin typeface="Franklin Gothic"/>
                <a:ea typeface="Franklin Gothic"/>
                <a:cs typeface="Franklin Gothic"/>
                <a:sym typeface="Franklin Gothic"/>
              </a:rPr>
            </a:br>
            <a:r>
              <a:rPr lang="en-US" dirty="0" smtClean="0">
                <a:latin typeface="Franklin Gothic"/>
                <a:ea typeface="Franklin Gothic"/>
                <a:cs typeface="Franklin Gothic"/>
                <a:sym typeface="Franklin Gothic"/>
              </a:rPr>
              <a:t>Problem Statement Title: </a:t>
            </a:r>
            <a:r>
              <a:rPr lang="en-US" dirty="0" smtClean="0"/>
              <a:t>STUDENT INNOVATION</a:t>
            </a:r>
            <a:endParaRPr dirty="0" smtClean="0"/>
          </a:p>
          <a:p>
            <a:pPr marL="0" lvl="0" indent="0"/>
            <a:r>
              <a:rPr lang="en-US" dirty="0" smtClean="0">
                <a:latin typeface="Franklin Gothic"/>
                <a:ea typeface="Franklin Gothic"/>
                <a:cs typeface="Franklin Gothic"/>
                <a:sym typeface="Franklin Gothic"/>
              </a:rPr>
              <a:t/>
            </a:r>
            <a:br>
              <a:rPr lang="en-US" dirty="0" smtClean="0">
                <a:latin typeface="Franklin Gothic"/>
                <a:ea typeface="Franklin Gothic"/>
                <a:cs typeface="Franklin Gothic"/>
                <a:sym typeface="Franklin Gothic"/>
              </a:rPr>
            </a:br>
            <a:r>
              <a:rPr lang="en-US" dirty="0" smtClean="0">
                <a:latin typeface="Franklin Gothic"/>
                <a:ea typeface="Franklin Gothic"/>
                <a:cs typeface="Franklin Gothic"/>
                <a:sym typeface="Franklin Gothic"/>
              </a:rPr>
              <a:t>Team Name: </a:t>
            </a:r>
            <a:r>
              <a:rPr lang="en-US" dirty="0" smtClean="0"/>
              <a:t>Learnix</a:t>
            </a:r>
            <a:endParaRPr dirty="0" smtClean="0"/>
          </a:p>
          <a:p>
            <a:pPr marL="0" lvl="0" indent="0" algn="l" rtl="0">
              <a:lnSpc>
                <a:spcPct val="90000"/>
              </a:lnSpc>
              <a:spcBef>
                <a:spcPts val="1000"/>
              </a:spcBef>
              <a:spcAft>
                <a:spcPts val="0"/>
              </a:spcAft>
              <a:buClr>
                <a:schemeClr val="lt2"/>
              </a:buClr>
              <a:buSzPts val="1800"/>
              <a:buNone/>
            </a:pPr>
            <a:r>
              <a:rPr lang="en-US" dirty="0" smtClean="0">
                <a:latin typeface="Franklin Gothic"/>
                <a:ea typeface="Franklin Gothic"/>
                <a:cs typeface="Franklin Gothic"/>
                <a:sym typeface="Franklin Gothic"/>
              </a:rPr>
              <a:t/>
            </a:r>
            <a:br>
              <a:rPr lang="en-US" dirty="0" smtClean="0">
                <a:latin typeface="Franklin Gothic"/>
                <a:ea typeface="Franklin Gothic"/>
                <a:cs typeface="Franklin Gothic"/>
                <a:sym typeface="Franklin Gothic"/>
              </a:rPr>
            </a:br>
            <a:r>
              <a:rPr lang="en-US" dirty="0" smtClean="0">
                <a:latin typeface="Franklin Gothic"/>
                <a:ea typeface="Franklin Gothic"/>
                <a:cs typeface="Franklin Gothic"/>
                <a:sym typeface="Franklin Gothic"/>
              </a:rPr>
              <a:t>Team Leader Name:  SATWIK DEY</a:t>
            </a:r>
            <a:endParaRPr dirty="0" smtClean="0"/>
          </a:p>
          <a:p>
            <a:pPr marL="0" lvl="0" indent="0" algn="l" rtl="0">
              <a:lnSpc>
                <a:spcPct val="90000"/>
              </a:lnSpc>
              <a:spcBef>
                <a:spcPts val="1000"/>
              </a:spcBef>
              <a:spcAft>
                <a:spcPts val="0"/>
              </a:spcAft>
              <a:buClr>
                <a:schemeClr val="lt2"/>
              </a:buClr>
              <a:buSzPts val="1800"/>
              <a:buNone/>
            </a:pPr>
            <a:r>
              <a:rPr lang="en-US" dirty="0" smtClean="0">
                <a:latin typeface="Franklin Gothic"/>
                <a:ea typeface="Franklin Gothic"/>
                <a:cs typeface="Franklin Gothic"/>
                <a:sym typeface="Franklin Gothic"/>
              </a:rPr>
              <a:t/>
            </a:r>
            <a:br>
              <a:rPr lang="en-US" dirty="0" smtClean="0">
                <a:latin typeface="Franklin Gothic"/>
                <a:ea typeface="Franklin Gothic"/>
                <a:cs typeface="Franklin Gothic"/>
                <a:sym typeface="Franklin Gothic"/>
              </a:rPr>
            </a:br>
            <a:r>
              <a:rPr lang="en-US" dirty="0" smtClean="0">
                <a:latin typeface="Franklin Gothic"/>
                <a:ea typeface="Franklin Gothic"/>
                <a:cs typeface="Franklin Gothic"/>
                <a:sym typeface="Franklin Gothic"/>
              </a:rPr>
              <a:t>Institute Code (AISHE): -6242</a:t>
            </a:r>
            <a:endParaRPr dirty="0" smtClean="0"/>
          </a:p>
          <a:p>
            <a:pPr marL="0" lvl="0" indent="0" algn="l" rtl="0">
              <a:lnSpc>
                <a:spcPct val="90000"/>
              </a:lnSpc>
              <a:spcBef>
                <a:spcPts val="1000"/>
              </a:spcBef>
              <a:spcAft>
                <a:spcPts val="0"/>
              </a:spcAft>
              <a:buClr>
                <a:schemeClr val="lt2"/>
              </a:buClr>
              <a:buSzPts val="1800"/>
              <a:buNone/>
            </a:pPr>
            <a:r>
              <a:rPr lang="en-US" dirty="0" smtClean="0">
                <a:latin typeface="Franklin Gothic"/>
                <a:ea typeface="Franklin Gothic"/>
                <a:cs typeface="Franklin Gothic"/>
                <a:sym typeface="Franklin Gothic"/>
              </a:rPr>
              <a:t/>
            </a:r>
            <a:br>
              <a:rPr lang="en-US" dirty="0" smtClean="0">
                <a:latin typeface="Franklin Gothic"/>
                <a:ea typeface="Franklin Gothic"/>
                <a:cs typeface="Franklin Gothic"/>
                <a:sym typeface="Franklin Gothic"/>
              </a:rPr>
            </a:br>
            <a:r>
              <a:rPr lang="en-US" dirty="0" smtClean="0">
                <a:latin typeface="Franklin Gothic"/>
                <a:ea typeface="Franklin Gothic"/>
                <a:cs typeface="Franklin Gothic"/>
                <a:sym typeface="Franklin Gothic"/>
              </a:rPr>
              <a:t>Institute Name:</a:t>
            </a:r>
            <a:r>
              <a:rPr lang="en-US" dirty="0" smtClean="0">
                <a:ea typeface="Franklin Gothic"/>
                <a:cs typeface="Franklin Gothic"/>
              </a:rPr>
              <a:t> </a:t>
            </a:r>
            <a:r>
              <a:rPr lang="en-US" sz="1600" dirty="0" smtClean="0">
                <a:ea typeface="Franklin Gothic"/>
                <a:cs typeface="Franklin Gothic"/>
              </a:rPr>
              <a:t>FUTURE INSTITUTE OF ENGINEERING AND   </a:t>
            </a:r>
          </a:p>
          <a:p>
            <a:pPr marL="0" lvl="0" indent="0" algn="l" rtl="0">
              <a:lnSpc>
                <a:spcPct val="90000"/>
              </a:lnSpc>
              <a:spcBef>
                <a:spcPts val="1000"/>
              </a:spcBef>
              <a:spcAft>
                <a:spcPts val="0"/>
              </a:spcAft>
              <a:buClr>
                <a:schemeClr val="lt2"/>
              </a:buClr>
              <a:buSzPts val="1800"/>
              <a:buNone/>
            </a:pPr>
            <a:r>
              <a:rPr lang="en-US" sz="1600" dirty="0" smtClean="0">
                <a:ea typeface="Franklin Gothic"/>
                <a:cs typeface="Franklin Gothic"/>
              </a:rPr>
              <a:t>                                                     AND MANAGEMENT</a:t>
            </a:r>
          </a:p>
          <a:p>
            <a:pPr marL="0" lvl="0" indent="0"/>
            <a:r>
              <a:rPr lang="en-US" dirty="0" smtClean="0">
                <a:latin typeface="Franklin Gothic"/>
                <a:ea typeface="Franklin Gothic"/>
                <a:cs typeface="Franklin Gothic"/>
                <a:sym typeface="Franklin Gothic"/>
              </a:rPr>
              <a:t>Theme Name: </a:t>
            </a:r>
            <a:r>
              <a:rPr lang="en-US" dirty="0" smtClean="0"/>
              <a:t>Agriculture, Food Tech &amp; Rural</a:t>
            </a:r>
          </a:p>
          <a:p>
            <a:pPr marL="0" lvl="0" indent="0"/>
            <a:r>
              <a:rPr lang="en-US" dirty="0" smtClean="0"/>
              <a:t>                              Development</a:t>
            </a:r>
            <a:endParaRPr dirty="0"/>
          </a:p>
        </p:txBody>
      </p:sp>
      <p:pic>
        <p:nvPicPr>
          <p:cNvPr id="212" name="Google Shape;212;p15"/>
          <p:cNvPicPr preferRelativeResize="0"/>
          <p:nvPr/>
        </p:nvPicPr>
        <p:blipFill rotWithShape="1">
          <a:blip r:embed="rId3">
            <a:alphaModFix/>
          </a:blip>
          <a:srcRect/>
          <a:stretch/>
        </p:blipFill>
        <p:spPr>
          <a:xfrm>
            <a:off x="1036320" y="252207"/>
            <a:ext cx="3431177" cy="147433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6"/>
          <p:cNvSpPr txBox="1">
            <a:spLocks noGrp="1"/>
          </p:cNvSpPr>
          <p:nvPr>
            <p:ph type="title"/>
          </p:nvPr>
        </p:nvSpPr>
        <p:spPr>
          <a:xfrm>
            <a:off x="964023" y="879063"/>
            <a:ext cx="5534431"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dirty="0"/>
              <a:t>Idea/Approach Details</a:t>
            </a:r>
            <a:endParaRPr dirty="0"/>
          </a:p>
        </p:txBody>
      </p:sp>
      <p:sp>
        <p:nvSpPr>
          <p:cNvPr id="218" name="Google Shape;218;p16"/>
          <p:cNvSpPr txBox="1">
            <a:spLocks noGrp="1"/>
          </p:cNvSpPr>
          <p:nvPr>
            <p:ph type="body" idx="1"/>
          </p:nvPr>
        </p:nvSpPr>
        <p:spPr>
          <a:xfrm>
            <a:off x="971550" y="2289363"/>
            <a:ext cx="6024054" cy="4019957"/>
          </a:xfrm>
          <a:prstGeom prst="rect">
            <a:avLst/>
          </a:pr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285750" lvl="0" indent="-285750" algn="l" rtl="0">
              <a:lnSpc>
                <a:spcPct val="100000"/>
              </a:lnSpc>
              <a:spcBef>
                <a:spcPts val="1000"/>
              </a:spcBef>
              <a:spcAft>
                <a:spcPts val="0"/>
              </a:spcAft>
              <a:buClr>
                <a:schemeClr val="dk1"/>
              </a:buClr>
              <a:buSzPts val="1600"/>
            </a:pPr>
            <a:r>
              <a:rPr lang="en-US" b="1" u="sng" dirty="0" smtClean="0">
                <a:solidFill>
                  <a:srgbClr val="FF0000"/>
                </a:solidFill>
              </a:rPr>
              <a:t>DESCRIPTION OF THE MACHINE </a:t>
            </a:r>
          </a:p>
          <a:p>
            <a:pPr marL="285750" lvl="0" indent="-285750" rtl="0">
              <a:lnSpc>
                <a:spcPct val="100000"/>
              </a:lnSpc>
              <a:spcBef>
                <a:spcPts val="1000"/>
              </a:spcBef>
              <a:spcAft>
                <a:spcPts val="0"/>
              </a:spcAft>
              <a:buClr>
                <a:schemeClr val="dk1"/>
              </a:buClr>
              <a:buSzPts val="1600"/>
            </a:pPr>
            <a:r>
              <a:rPr lang="en-US" dirty="0" smtClean="0">
                <a:solidFill>
                  <a:srgbClr val="FF0000"/>
                </a:solidFill>
                <a:latin typeface="Times New Roman" pitchFamily="18" charset="0"/>
                <a:cs typeface="Times New Roman" pitchFamily="18" charset="0"/>
              </a:rPr>
              <a:t>     The machine is a portable flour mill (</a:t>
            </a:r>
            <a:r>
              <a:rPr lang="en-US" dirty="0" err="1" smtClean="0">
                <a:solidFill>
                  <a:srgbClr val="FF0000"/>
                </a:solidFill>
                <a:latin typeface="Times New Roman" pitchFamily="18" charset="0"/>
                <a:cs typeface="Times New Roman" pitchFamily="18" charset="0"/>
              </a:rPr>
              <a:t>chakki</a:t>
            </a:r>
            <a:r>
              <a:rPr lang="en-US" dirty="0" smtClean="0">
                <a:solidFill>
                  <a:srgbClr val="FF0000"/>
                </a:solidFill>
                <a:latin typeface="Times New Roman" pitchFamily="18" charset="0"/>
                <a:cs typeface="Times New Roman" pitchFamily="18" charset="0"/>
              </a:rPr>
              <a:t>) which can work with both mechanical and electrical energy.</a:t>
            </a:r>
          </a:p>
          <a:p>
            <a:pPr marL="285750" lvl="0" indent="-285750" rtl="0">
              <a:lnSpc>
                <a:spcPct val="100000"/>
              </a:lnSpc>
              <a:spcBef>
                <a:spcPts val="1000"/>
              </a:spcBef>
              <a:spcAft>
                <a:spcPts val="0"/>
              </a:spcAft>
              <a:buClr>
                <a:schemeClr val="dk1"/>
              </a:buClr>
              <a:buSzPts val="1600"/>
            </a:pPr>
            <a:r>
              <a:rPr lang="en-US" dirty="0" smtClean="0">
                <a:solidFill>
                  <a:srgbClr val="FF0000"/>
                </a:solidFill>
                <a:latin typeface="Times New Roman" pitchFamily="18" charset="0"/>
                <a:cs typeface="Times New Roman" pitchFamily="18" charset="0"/>
              </a:rPr>
              <a:t>     It can just sit on the carrier of the cycle and can be used just by </a:t>
            </a:r>
          </a:p>
          <a:p>
            <a:pPr marL="285750" lvl="0" indent="-285750" rtl="0">
              <a:lnSpc>
                <a:spcPct val="100000"/>
              </a:lnSpc>
              <a:spcBef>
                <a:spcPts val="1000"/>
              </a:spcBef>
              <a:spcAft>
                <a:spcPts val="0"/>
              </a:spcAft>
              <a:buClr>
                <a:schemeClr val="dk1"/>
              </a:buClr>
              <a:buSzPts val="1600"/>
            </a:pPr>
            <a:r>
              <a:rPr lang="en-US" dirty="0" smtClean="0">
                <a:solidFill>
                  <a:srgbClr val="FF0000"/>
                </a:solidFill>
                <a:latin typeface="Times New Roman" pitchFamily="18" charset="0"/>
                <a:cs typeface="Times New Roman" pitchFamily="18" charset="0"/>
              </a:rPr>
              <a:t>     attaching a chain with a pedal.</a:t>
            </a:r>
          </a:p>
          <a:p>
            <a:pPr marL="285750" lvl="0" indent="-285750" rtl="0">
              <a:lnSpc>
                <a:spcPct val="100000"/>
              </a:lnSpc>
              <a:spcBef>
                <a:spcPts val="1000"/>
              </a:spcBef>
              <a:spcAft>
                <a:spcPts val="0"/>
              </a:spcAft>
              <a:buClr>
                <a:schemeClr val="dk1"/>
              </a:buClr>
              <a:buSzPts val="1600"/>
            </a:pPr>
            <a:r>
              <a:rPr lang="en-US" dirty="0" smtClean="0">
                <a:solidFill>
                  <a:srgbClr val="FF0000"/>
                </a:solidFill>
                <a:latin typeface="Times New Roman" pitchFamily="18" charset="0"/>
                <a:cs typeface="Times New Roman" pitchFamily="18" charset="0"/>
              </a:rPr>
              <a:t>     It can also be used just be attaching to a 12 volt motor by a belt.</a:t>
            </a:r>
          </a:p>
          <a:p>
            <a:pPr marL="285750" lvl="0" indent="-285750" rtl="0">
              <a:lnSpc>
                <a:spcPct val="100000"/>
              </a:lnSpc>
              <a:spcBef>
                <a:spcPts val="1000"/>
              </a:spcBef>
              <a:spcAft>
                <a:spcPts val="0"/>
              </a:spcAft>
              <a:buClr>
                <a:schemeClr val="dk1"/>
              </a:buClr>
              <a:buSzPts val="1600"/>
            </a:pPr>
            <a:r>
              <a:rPr lang="en-US" dirty="0" smtClean="0">
                <a:solidFill>
                  <a:srgbClr val="FF0000"/>
                </a:solidFill>
                <a:latin typeface="Times New Roman" pitchFamily="18" charset="0"/>
                <a:cs typeface="Times New Roman" pitchFamily="18" charset="0"/>
              </a:rPr>
              <a:t>     It is a portable yet heavy duty machine. </a:t>
            </a:r>
          </a:p>
          <a:p>
            <a:pPr marL="285750" lvl="0" indent="-285750" rtl="0">
              <a:lnSpc>
                <a:spcPct val="100000"/>
              </a:lnSpc>
              <a:spcBef>
                <a:spcPts val="1000"/>
              </a:spcBef>
              <a:spcAft>
                <a:spcPts val="0"/>
              </a:spcAft>
              <a:buClr>
                <a:schemeClr val="dk1"/>
              </a:buClr>
              <a:buSzPts val="1600"/>
            </a:pPr>
            <a:r>
              <a:rPr lang="en-US" dirty="0" smtClean="0">
                <a:solidFill>
                  <a:srgbClr val="FF0000"/>
                </a:solidFill>
                <a:latin typeface="Times New Roman" pitchFamily="18" charset="0"/>
                <a:cs typeface="Times New Roman" pitchFamily="18" charset="0"/>
              </a:rPr>
              <a:t>     It is very simple and very easy to use.</a:t>
            </a:r>
          </a:p>
          <a:p>
            <a:pPr marL="285750" lvl="0" indent="-285750" rtl="0">
              <a:lnSpc>
                <a:spcPct val="100000"/>
              </a:lnSpc>
              <a:spcBef>
                <a:spcPts val="1000"/>
              </a:spcBef>
              <a:spcAft>
                <a:spcPts val="0"/>
              </a:spcAft>
              <a:buClr>
                <a:schemeClr val="dk1"/>
              </a:buClr>
              <a:buSzPts val="1600"/>
            </a:pPr>
            <a:r>
              <a:rPr lang="en-US" dirty="0" smtClean="0">
                <a:solidFill>
                  <a:srgbClr val="FF0000"/>
                </a:solidFill>
                <a:latin typeface="Times New Roman" pitchFamily="18" charset="0"/>
                <a:cs typeface="Times New Roman" pitchFamily="18" charset="0"/>
              </a:rPr>
              <a:t>     It is suitable for both urban places where electricity is available and </a:t>
            </a:r>
          </a:p>
          <a:p>
            <a:pPr marL="285750" lvl="0" indent="-285750" rtl="0">
              <a:lnSpc>
                <a:spcPct val="100000"/>
              </a:lnSpc>
              <a:spcBef>
                <a:spcPts val="1000"/>
              </a:spcBef>
              <a:spcAft>
                <a:spcPts val="0"/>
              </a:spcAft>
              <a:buClr>
                <a:schemeClr val="dk1"/>
              </a:buClr>
              <a:buSzPts val="1600"/>
            </a:pPr>
            <a:r>
              <a:rPr lang="en-US" dirty="0" smtClean="0">
                <a:solidFill>
                  <a:srgbClr val="FF0000"/>
                </a:solidFill>
                <a:latin typeface="Times New Roman" pitchFamily="18" charset="0"/>
                <a:cs typeface="Times New Roman" pitchFamily="18" charset="0"/>
              </a:rPr>
              <a:t>     rural places where electricity is not available </a:t>
            </a:r>
          </a:p>
          <a:p>
            <a:pPr marL="285750" lvl="0" indent="-285750" rtl="0">
              <a:lnSpc>
                <a:spcPct val="100000"/>
              </a:lnSpc>
              <a:spcBef>
                <a:spcPts val="1000"/>
              </a:spcBef>
              <a:spcAft>
                <a:spcPts val="0"/>
              </a:spcAft>
              <a:buClr>
                <a:schemeClr val="dk1"/>
              </a:buClr>
              <a:buSzPts val="1600"/>
            </a:pPr>
            <a:r>
              <a:rPr lang="en-US" dirty="0" smtClean="0">
                <a:solidFill>
                  <a:srgbClr val="FF0000"/>
                </a:solidFill>
                <a:latin typeface="Times New Roman" pitchFamily="18" charset="0"/>
                <a:cs typeface="Times New Roman" pitchFamily="18" charset="0"/>
              </a:rPr>
              <a:t>     It can be used both by end users as well as the shopkeepers.</a:t>
            </a:r>
          </a:p>
          <a:p>
            <a:pPr marL="285750" lvl="0" indent="-285750" rtl="0">
              <a:lnSpc>
                <a:spcPct val="100000"/>
              </a:lnSpc>
              <a:spcBef>
                <a:spcPts val="1000"/>
              </a:spcBef>
              <a:spcAft>
                <a:spcPts val="0"/>
              </a:spcAft>
              <a:buClr>
                <a:schemeClr val="dk1"/>
              </a:buClr>
              <a:buSzPts val="1600"/>
            </a:pPr>
            <a:r>
              <a:rPr lang="en-US" dirty="0" smtClean="0">
                <a:solidFill>
                  <a:schemeClr val="accent1">
                    <a:lumMod val="75000"/>
                  </a:schemeClr>
                </a:solidFill>
                <a:latin typeface="Times New Roman" pitchFamily="18" charset="0"/>
                <a:cs typeface="Times New Roman" pitchFamily="18" charset="0"/>
              </a:rPr>
              <a:t>       </a:t>
            </a:r>
          </a:p>
          <a:p>
            <a:pPr marL="285750" lvl="0" indent="-285750" algn="ctr" rtl="0">
              <a:lnSpc>
                <a:spcPct val="100000"/>
              </a:lnSpc>
              <a:spcBef>
                <a:spcPts val="1000"/>
              </a:spcBef>
              <a:spcAft>
                <a:spcPts val="0"/>
              </a:spcAft>
              <a:buClr>
                <a:schemeClr val="dk1"/>
              </a:buClr>
              <a:buSzPts val="1600"/>
            </a:pPr>
            <a:r>
              <a:rPr lang="en-US" dirty="0" smtClean="0">
                <a:solidFill>
                  <a:schemeClr val="accent1">
                    <a:lumMod val="75000"/>
                  </a:schemeClr>
                </a:solidFill>
                <a:latin typeface="Times New Roman" pitchFamily="18" charset="0"/>
                <a:cs typeface="Times New Roman" pitchFamily="18" charset="0"/>
              </a:rPr>
              <a:t>      </a:t>
            </a:r>
            <a:endParaRPr dirty="0">
              <a:solidFill>
                <a:schemeClr val="accent1">
                  <a:lumMod val="75000"/>
                </a:schemeClr>
              </a:solidFill>
              <a:latin typeface="Times New Roman" pitchFamily="18" charset="0"/>
              <a:cs typeface="Times New Roman" pitchFamily="18" charset="0"/>
            </a:endParaRPr>
          </a:p>
          <a:p>
            <a:pPr marL="285750" lvl="0" indent="-184150" algn="l" rtl="0">
              <a:lnSpc>
                <a:spcPct val="100000"/>
              </a:lnSpc>
              <a:spcBef>
                <a:spcPts val="1000"/>
              </a:spcBef>
              <a:spcAft>
                <a:spcPts val="0"/>
              </a:spcAft>
              <a:buClr>
                <a:schemeClr val="dk1"/>
              </a:buClr>
              <a:buSzPts val="1600"/>
              <a:buFont typeface="Noto Sans Symbols"/>
              <a:buNone/>
            </a:pPr>
            <a:endParaRPr dirty="0"/>
          </a:p>
        </p:txBody>
      </p:sp>
      <p:sp>
        <p:nvSpPr>
          <p:cNvPr id="219" name="Google Shape;219;p16"/>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fld id="{00000000-1234-1234-1234-123412341234}" type="slidenum">
              <a:rPr lang="en-US"/>
              <a:pPr marL="0" lvl="0" indent="0" algn="l" rtl="0">
                <a:lnSpc>
                  <a:spcPct val="100000"/>
                </a:lnSpc>
                <a:spcBef>
                  <a:spcPts val="0"/>
                </a:spcBef>
                <a:spcAft>
                  <a:spcPts val="0"/>
                </a:spcAft>
                <a:buSzPts val="1100"/>
                <a:buNone/>
              </a:pPr>
              <a:t>2</a:t>
            </a:fld>
            <a:endParaRPr dirty="0"/>
          </a:p>
        </p:txBody>
      </p:sp>
      <p:pic>
        <p:nvPicPr>
          <p:cNvPr id="7" name="Picture Placeholder 6" descr="satwik.jpg"/>
          <p:cNvPicPr>
            <a:picLocks noGrp="1" noChangeAspect="1"/>
          </p:cNvPicPr>
          <p:nvPr>
            <p:ph type="pic" idx="2"/>
          </p:nvPr>
        </p:nvPicPr>
        <p:blipFill>
          <a:blip r:embed="rId3"/>
          <a:stretch>
            <a:fillRect/>
          </a:stretch>
        </p:blipFill>
        <p:spPr>
          <a:xfrm>
            <a:off x="7320136" y="692696"/>
            <a:ext cx="4608512" cy="2664296"/>
          </a:xfrm>
          <a:prstGeom prst="rect">
            <a:avLst/>
          </a:prstGeom>
          <a:noFill/>
          <a:ln>
            <a:noFill/>
          </a:ln>
        </p:spPr>
      </p:pic>
      <p:sp>
        <p:nvSpPr>
          <p:cNvPr id="222" name="Google Shape;222;p16"/>
          <p:cNvSpPr txBox="1"/>
          <p:nvPr/>
        </p:nvSpPr>
        <p:spPr>
          <a:xfrm>
            <a:off x="7378575" y="3429000"/>
            <a:ext cx="4572001" cy="3150871"/>
          </a:xfrm>
          <a:prstGeom prst="rect">
            <a:avLst/>
          </a:pr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2"/>
              </a:buClr>
              <a:buSzPts val="1800"/>
              <a:buFont typeface="Arial"/>
              <a:buNone/>
            </a:pPr>
            <a:r>
              <a:rPr lang="en-US" sz="1800" b="1" i="0" u="sng" strike="noStrike" cap="none" dirty="0">
                <a:solidFill>
                  <a:schemeClr val="accent5">
                    <a:lumMod val="75000"/>
                  </a:schemeClr>
                </a:solidFill>
                <a:latin typeface="Franklin Gothic"/>
                <a:ea typeface="Franklin Gothic"/>
                <a:cs typeface="Franklin Gothic"/>
                <a:sym typeface="Franklin Gothic"/>
              </a:rPr>
              <a:t>Describe your Technology stack here</a:t>
            </a:r>
            <a:r>
              <a:rPr lang="en-US" sz="1600" b="0" i="0" u="none" strike="noStrike" cap="none" dirty="0">
                <a:solidFill>
                  <a:schemeClr val="dk1"/>
                </a:solidFill>
                <a:latin typeface="Libre Franklin"/>
                <a:ea typeface="Libre Franklin"/>
                <a:cs typeface="Libre Franklin"/>
                <a:sym typeface="Libre Franklin"/>
              </a:rPr>
              <a:t>:</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1000"/>
              </a:spcBef>
              <a:spcAft>
                <a:spcPts val="0"/>
              </a:spcAft>
              <a:buClr>
                <a:schemeClr val="dk1"/>
              </a:buClr>
              <a:buSzPts val="1600"/>
              <a:buFont typeface="Noto Sans Symbols"/>
              <a:buChar char="⮚"/>
            </a:pPr>
            <a:r>
              <a:rPr lang="en-US" sz="1600" dirty="0" smtClean="0">
                <a:solidFill>
                  <a:schemeClr val="accent3">
                    <a:lumMod val="75000"/>
                  </a:schemeClr>
                </a:solidFill>
                <a:latin typeface="Libre Franklin"/>
                <a:ea typeface="Libre Franklin"/>
                <a:cs typeface="Libre Franklin"/>
                <a:sym typeface="Libre Franklin"/>
              </a:rPr>
              <a:t>Plywood/ Iron Sheet</a:t>
            </a:r>
          </a:p>
          <a:p>
            <a:pPr marL="285750" marR="0" lvl="0" indent="-285750" algn="l" rtl="0">
              <a:lnSpc>
                <a:spcPct val="100000"/>
              </a:lnSpc>
              <a:spcBef>
                <a:spcPts val="1000"/>
              </a:spcBef>
              <a:spcAft>
                <a:spcPts val="0"/>
              </a:spcAft>
              <a:buClr>
                <a:schemeClr val="dk1"/>
              </a:buClr>
              <a:buSzPts val="1600"/>
              <a:buFont typeface="Noto Sans Symbols"/>
              <a:buChar char="⮚"/>
            </a:pPr>
            <a:r>
              <a:rPr lang="en-US" sz="1600" b="0" i="0" u="none" strike="noStrike" cap="none" dirty="0" smtClean="0">
                <a:solidFill>
                  <a:schemeClr val="accent3">
                    <a:lumMod val="75000"/>
                  </a:schemeClr>
                </a:solidFill>
                <a:latin typeface="Libre Franklin"/>
                <a:ea typeface="Libre Franklin"/>
                <a:cs typeface="Libre Franklin"/>
                <a:sym typeface="Libre Franklin"/>
              </a:rPr>
              <a:t>Gear</a:t>
            </a:r>
          </a:p>
          <a:p>
            <a:pPr marL="285750" marR="0" lvl="0" indent="-285750" algn="l" rtl="0">
              <a:lnSpc>
                <a:spcPct val="100000"/>
              </a:lnSpc>
              <a:spcBef>
                <a:spcPts val="1000"/>
              </a:spcBef>
              <a:spcAft>
                <a:spcPts val="0"/>
              </a:spcAft>
              <a:buClr>
                <a:schemeClr val="dk1"/>
              </a:buClr>
              <a:buSzPts val="1600"/>
              <a:buFont typeface="Noto Sans Symbols"/>
              <a:buChar char="⮚"/>
            </a:pPr>
            <a:r>
              <a:rPr lang="en-US" sz="1600" dirty="0" smtClean="0">
                <a:solidFill>
                  <a:schemeClr val="accent3">
                    <a:lumMod val="75000"/>
                  </a:schemeClr>
                </a:solidFill>
                <a:latin typeface="Libre Franklin"/>
                <a:ea typeface="Libre Franklin"/>
                <a:cs typeface="Libre Franklin"/>
                <a:sym typeface="Libre Franklin"/>
              </a:rPr>
              <a:t>Cycle Chain / Belt</a:t>
            </a:r>
          </a:p>
          <a:p>
            <a:pPr marL="285750" marR="0" lvl="0" indent="-285750" algn="l" rtl="0">
              <a:lnSpc>
                <a:spcPct val="100000"/>
              </a:lnSpc>
              <a:spcBef>
                <a:spcPts val="1000"/>
              </a:spcBef>
              <a:spcAft>
                <a:spcPts val="0"/>
              </a:spcAft>
              <a:buClr>
                <a:schemeClr val="dk1"/>
              </a:buClr>
              <a:buSzPts val="1600"/>
              <a:buFont typeface="Noto Sans Symbols"/>
              <a:buChar char="⮚"/>
            </a:pPr>
            <a:r>
              <a:rPr lang="en-US" sz="1600" dirty="0" smtClean="0">
                <a:solidFill>
                  <a:schemeClr val="accent3">
                    <a:lumMod val="75000"/>
                  </a:schemeClr>
                </a:solidFill>
                <a:latin typeface="Libre Franklin"/>
                <a:ea typeface="Libre Franklin"/>
                <a:cs typeface="Libre Franklin"/>
                <a:sym typeface="Libre Franklin"/>
              </a:rPr>
              <a:t>Teeth Roller (grinder) / Smooth Roller</a:t>
            </a:r>
          </a:p>
          <a:p>
            <a:pPr marL="285750" marR="0" lvl="0" indent="-285750" algn="l" rtl="0">
              <a:lnSpc>
                <a:spcPct val="100000"/>
              </a:lnSpc>
              <a:spcBef>
                <a:spcPts val="1000"/>
              </a:spcBef>
              <a:spcAft>
                <a:spcPts val="0"/>
              </a:spcAft>
              <a:buClr>
                <a:schemeClr val="dk1"/>
              </a:buClr>
              <a:buSzPts val="1600"/>
              <a:buFont typeface="Noto Sans Symbols"/>
              <a:buChar char="⮚"/>
            </a:pPr>
            <a:r>
              <a:rPr lang="en-US" sz="1600" b="0" i="0" u="none" strike="noStrike" cap="none" dirty="0" smtClean="0">
                <a:solidFill>
                  <a:schemeClr val="accent3">
                    <a:lumMod val="75000"/>
                  </a:schemeClr>
                </a:solidFill>
                <a:latin typeface="Libre Franklin"/>
                <a:ea typeface="Libre Franklin"/>
                <a:cs typeface="Libre Franklin"/>
                <a:sym typeface="Libre Franklin"/>
              </a:rPr>
              <a:t>Spoke</a:t>
            </a:r>
          </a:p>
          <a:p>
            <a:pPr marL="285750" marR="0" lvl="0" indent="-285750" algn="l" rtl="0">
              <a:lnSpc>
                <a:spcPct val="100000"/>
              </a:lnSpc>
              <a:spcBef>
                <a:spcPts val="1000"/>
              </a:spcBef>
              <a:spcAft>
                <a:spcPts val="0"/>
              </a:spcAft>
              <a:buClr>
                <a:schemeClr val="dk1"/>
              </a:buClr>
              <a:buSzPts val="1600"/>
              <a:buFont typeface="Noto Sans Symbols"/>
              <a:buChar char="⮚"/>
            </a:pPr>
            <a:r>
              <a:rPr lang="en-US" sz="1600" dirty="0" smtClean="0">
                <a:solidFill>
                  <a:schemeClr val="accent3">
                    <a:lumMod val="75000"/>
                  </a:schemeClr>
                </a:solidFill>
                <a:latin typeface="Libre Franklin"/>
                <a:ea typeface="Libre Franklin"/>
                <a:cs typeface="Libre Franklin"/>
                <a:sym typeface="Libre Franklin"/>
              </a:rPr>
              <a:t>Aluminium Rod</a:t>
            </a:r>
            <a:r>
              <a:rPr lang="en-US" sz="1600" b="0" i="0" u="none" strike="noStrike" cap="none" dirty="0" smtClean="0">
                <a:solidFill>
                  <a:schemeClr val="accent3">
                    <a:lumMod val="75000"/>
                  </a:schemeClr>
                </a:solidFill>
                <a:latin typeface="Libre Franklin"/>
                <a:ea typeface="Libre Franklin"/>
                <a:cs typeface="Libre Franklin"/>
                <a:sym typeface="Libre Franklin"/>
              </a:rPr>
              <a:t> </a:t>
            </a:r>
          </a:p>
          <a:p>
            <a:pPr marL="285750" marR="0" lvl="0" indent="-285750" algn="l" rtl="0">
              <a:lnSpc>
                <a:spcPct val="100000"/>
              </a:lnSpc>
              <a:spcBef>
                <a:spcPts val="1000"/>
              </a:spcBef>
              <a:spcAft>
                <a:spcPts val="0"/>
              </a:spcAft>
              <a:buClr>
                <a:schemeClr val="dk1"/>
              </a:buClr>
              <a:buSzPts val="1600"/>
              <a:buFont typeface="Noto Sans Symbols"/>
              <a:buChar char="⮚"/>
            </a:pPr>
            <a:r>
              <a:rPr lang="en-US" sz="1600" dirty="0" smtClean="0">
                <a:solidFill>
                  <a:schemeClr val="accent3">
                    <a:lumMod val="75000"/>
                  </a:schemeClr>
                </a:solidFill>
                <a:latin typeface="Libre Franklin"/>
                <a:ea typeface="Libre Franklin"/>
                <a:cs typeface="Libre Franklin"/>
                <a:sym typeface="Libre Franklin"/>
              </a:rPr>
              <a:t>Plastic Pipe</a:t>
            </a:r>
            <a:endParaRPr lang="en-US" sz="1600" b="0" i="0" u="none" strike="noStrike" cap="none" dirty="0" smtClean="0">
              <a:solidFill>
                <a:schemeClr val="accent3">
                  <a:lumMod val="75000"/>
                </a:schemeClr>
              </a:solidFill>
              <a:latin typeface="Libre Franklin"/>
              <a:ea typeface="Libre Franklin"/>
              <a:cs typeface="Libre Franklin"/>
              <a:sym typeface="Libre Franklin"/>
            </a:endParaRPr>
          </a:p>
          <a:p>
            <a:pPr marL="285750" marR="0" lvl="0" indent="-285750" algn="l" rtl="0">
              <a:lnSpc>
                <a:spcPct val="100000"/>
              </a:lnSpc>
              <a:spcBef>
                <a:spcPts val="1000"/>
              </a:spcBef>
              <a:spcAft>
                <a:spcPts val="0"/>
              </a:spcAft>
              <a:buClr>
                <a:schemeClr val="dk1"/>
              </a:buClr>
              <a:buSzPts val="1600"/>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1000"/>
              </a:spcBef>
              <a:spcAft>
                <a:spcPts val="0"/>
              </a:spcAft>
              <a:buClr>
                <a:schemeClr val="dk1"/>
              </a:buClr>
              <a:buSzPts val="1600"/>
              <a:buFont typeface="Arial"/>
              <a:buNone/>
            </a:pPr>
            <a:endParaRPr sz="1600" b="0" i="0" u="none" strike="noStrike" cap="none" dirty="0">
              <a:solidFill>
                <a:schemeClr val="dk1"/>
              </a:solidFill>
              <a:latin typeface="Libre Franklin"/>
              <a:ea typeface="Libre Franklin"/>
              <a:cs typeface="Libre Franklin"/>
              <a:sym typeface="Libre Frankli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u="sng" dirty="0" smtClean="0">
                <a:solidFill>
                  <a:schemeClr val="accent5">
                    <a:lumMod val="60000"/>
                    <a:lumOff val="40000"/>
                  </a:schemeClr>
                </a:solidFill>
              </a:rPr>
              <a:t>About</a:t>
            </a:r>
            <a:br>
              <a:rPr lang="en-US" b="1" i="1" u="sng" dirty="0" smtClean="0">
                <a:solidFill>
                  <a:schemeClr val="accent5">
                    <a:lumMod val="60000"/>
                    <a:lumOff val="40000"/>
                  </a:schemeClr>
                </a:solidFill>
              </a:rPr>
            </a:br>
            <a:r>
              <a:rPr lang="en-US" sz="2000" dirty="0" smtClean="0">
                <a:solidFill>
                  <a:schemeClr val="accent3">
                    <a:lumMod val="75000"/>
                  </a:schemeClr>
                </a:solidFill>
                <a:latin typeface="Times New Roman" pitchFamily="18" charset="0"/>
                <a:cs typeface="Times New Roman" pitchFamily="18" charset="0"/>
              </a:rPr>
              <a:t>70 percent of the population of India is farmers. Wheat is one of the primary cereals in India. But unfortunately electricity is not available in every village and the wheat mills are very few. As a result farmers face a lot of difficulty in producing Maida, Ata , Sooji. They had to travel many miles to go to the mill. Learnix has innovated a milling machine which is semi-portable, heavy duty and it can be operated manually as well as electrically. Now farmers can produce Ata, Maida , Sooji at home easily.  </a:t>
            </a:r>
            <a:endParaRPr lang="en-US" b="1" i="1" u="sng" dirty="0">
              <a:solidFill>
                <a:schemeClr val="accent3">
                  <a:lumMod val="75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7"/>
          <p:cNvSpPr txBox="1">
            <a:spLocks noGrp="1"/>
          </p:cNvSpPr>
          <p:nvPr>
            <p:ph type="title"/>
          </p:nvPr>
        </p:nvSpPr>
        <p:spPr>
          <a:xfrm>
            <a:off x="952499" y="1096346"/>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dirty="0"/>
              <a:t>Idea/Approach Details</a:t>
            </a:r>
            <a:endParaRPr dirty="0"/>
          </a:p>
        </p:txBody>
      </p:sp>
      <p:sp>
        <p:nvSpPr>
          <p:cNvPr id="228" name="Google Shape;228;p17"/>
          <p:cNvSpPr txBox="1">
            <a:spLocks noGrp="1"/>
          </p:cNvSpPr>
          <p:nvPr>
            <p:ph type="body" idx="2"/>
          </p:nvPr>
        </p:nvSpPr>
        <p:spPr>
          <a:xfrm>
            <a:off x="952500" y="2286000"/>
            <a:ext cx="4838700" cy="31591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2"/>
              </a:buClr>
              <a:buSzPts val="1800"/>
              <a:buNone/>
            </a:pPr>
            <a:r>
              <a:rPr lang="en-US" sz="1800" dirty="0"/>
              <a:t>Describe your Use Cases here</a:t>
            </a:r>
            <a:endParaRPr dirty="0"/>
          </a:p>
        </p:txBody>
      </p:sp>
      <p:sp>
        <p:nvSpPr>
          <p:cNvPr id="229" name="Google Shape;229;p17"/>
          <p:cNvSpPr txBox="1">
            <a:spLocks noGrp="1"/>
          </p:cNvSpPr>
          <p:nvPr>
            <p:ph type="body" idx="1"/>
          </p:nvPr>
        </p:nvSpPr>
        <p:spPr>
          <a:xfrm>
            <a:off x="952499" y="2656903"/>
            <a:ext cx="4838701" cy="39229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285750" lvl="0" indent="-285750" algn="l" rtl="0">
              <a:lnSpc>
                <a:spcPct val="90000"/>
              </a:lnSpc>
              <a:spcBef>
                <a:spcPts val="0"/>
              </a:spcBef>
              <a:spcAft>
                <a:spcPts val="0"/>
              </a:spcAft>
              <a:buClr>
                <a:schemeClr val="dk1"/>
              </a:buClr>
              <a:buSzPts val="1600"/>
              <a:buFont typeface="Wingdings" pitchFamily="2" charset="2"/>
              <a:buChar char="Ø"/>
            </a:pPr>
            <a:r>
              <a:rPr lang="en-US" dirty="0" smtClean="0">
                <a:solidFill>
                  <a:schemeClr val="accent3">
                    <a:lumMod val="75000"/>
                  </a:schemeClr>
                </a:solidFill>
              </a:rPr>
              <a:t>Used to produce Sooji, Ata, Maida from wheat.</a:t>
            </a:r>
          </a:p>
          <a:p>
            <a:pPr marL="285750" lvl="0" indent="-285750" algn="l" rtl="0">
              <a:lnSpc>
                <a:spcPct val="90000"/>
              </a:lnSpc>
              <a:spcBef>
                <a:spcPts val="0"/>
              </a:spcBef>
              <a:spcAft>
                <a:spcPts val="0"/>
              </a:spcAft>
              <a:buClr>
                <a:schemeClr val="dk1"/>
              </a:buClr>
              <a:buSzPts val="1600"/>
              <a:buFont typeface="Wingdings" pitchFamily="2" charset="2"/>
              <a:buChar char="Ø"/>
            </a:pPr>
            <a:r>
              <a:rPr lang="en-US" dirty="0" smtClean="0">
                <a:solidFill>
                  <a:schemeClr val="accent3">
                    <a:lumMod val="75000"/>
                  </a:schemeClr>
                </a:solidFill>
              </a:rPr>
              <a:t> Can be used both by Mechanical energy and Electrical energy</a:t>
            </a:r>
          </a:p>
          <a:p>
            <a:pPr marL="285750" lvl="0" indent="-285750" algn="l" rtl="0">
              <a:lnSpc>
                <a:spcPct val="90000"/>
              </a:lnSpc>
              <a:spcBef>
                <a:spcPts val="0"/>
              </a:spcBef>
              <a:spcAft>
                <a:spcPts val="0"/>
              </a:spcAft>
              <a:buClr>
                <a:schemeClr val="dk1"/>
              </a:buClr>
              <a:buSzPts val="1600"/>
              <a:buFont typeface="Wingdings" pitchFamily="2" charset="2"/>
              <a:buChar char="Ø"/>
            </a:pPr>
            <a:endParaRPr lang="en-US" dirty="0" smtClean="0">
              <a:solidFill>
                <a:schemeClr val="accent3">
                  <a:lumMod val="75000"/>
                </a:schemeClr>
              </a:solidFill>
            </a:endParaRPr>
          </a:p>
          <a:p>
            <a:pPr marL="285750" lvl="0" indent="-285750" algn="l" rtl="0">
              <a:lnSpc>
                <a:spcPct val="90000"/>
              </a:lnSpc>
              <a:spcBef>
                <a:spcPts val="0"/>
              </a:spcBef>
              <a:spcAft>
                <a:spcPts val="0"/>
              </a:spcAft>
              <a:buClr>
                <a:schemeClr val="dk1"/>
              </a:buClr>
              <a:buSzPts val="1600"/>
              <a:buFont typeface="Wingdings" pitchFamily="2" charset="2"/>
              <a:buChar char="Ø"/>
            </a:pPr>
            <a:r>
              <a:rPr lang="en-US" dirty="0" smtClean="0">
                <a:solidFill>
                  <a:schemeClr val="accent3">
                    <a:lumMod val="75000"/>
                  </a:schemeClr>
                </a:solidFill>
              </a:rPr>
              <a:t>Very  low maintenance cost .</a:t>
            </a:r>
          </a:p>
          <a:p>
            <a:pPr marL="285750" lvl="0" indent="-285750" algn="l" rtl="0">
              <a:lnSpc>
                <a:spcPct val="90000"/>
              </a:lnSpc>
              <a:spcBef>
                <a:spcPts val="0"/>
              </a:spcBef>
              <a:spcAft>
                <a:spcPts val="0"/>
              </a:spcAft>
              <a:buClr>
                <a:schemeClr val="dk1"/>
              </a:buClr>
              <a:buSzPts val="1600"/>
              <a:buFont typeface="Wingdings" pitchFamily="2" charset="2"/>
              <a:buChar char="Ø"/>
            </a:pPr>
            <a:endParaRPr lang="en-US" dirty="0" smtClean="0">
              <a:solidFill>
                <a:schemeClr val="accent3">
                  <a:lumMod val="75000"/>
                </a:schemeClr>
              </a:solidFill>
            </a:endParaRPr>
          </a:p>
          <a:p>
            <a:pPr marL="285750" lvl="0" indent="-285750" algn="l" rtl="0">
              <a:lnSpc>
                <a:spcPct val="90000"/>
              </a:lnSpc>
              <a:spcBef>
                <a:spcPts val="0"/>
              </a:spcBef>
              <a:spcAft>
                <a:spcPts val="0"/>
              </a:spcAft>
              <a:buClr>
                <a:schemeClr val="dk1"/>
              </a:buClr>
              <a:buSzPts val="1600"/>
              <a:buFont typeface="Wingdings" pitchFamily="2" charset="2"/>
              <a:buChar char="Ø"/>
            </a:pPr>
            <a:r>
              <a:rPr lang="en-US" dirty="0" smtClean="0">
                <a:solidFill>
                  <a:schemeClr val="accent3">
                    <a:lumMod val="75000"/>
                  </a:schemeClr>
                </a:solidFill>
              </a:rPr>
              <a:t>As electricity can be avoided money can be saved while using mechanical energy( by paddling).</a:t>
            </a:r>
          </a:p>
          <a:p>
            <a:pPr marL="285750" lvl="0" indent="-285750" algn="l" rtl="0">
              <a:lnSpc>
                <a:spcPct val="90000"/>
              </a:lnSpc>
              <a:spcBef>
                <a:spcPts val="0"/>
              </a:spcBef>
              <a:spcAft>
                <a:spcPts val="0"/>
              </a:spcAft>
              <a:buClr>
                <a:schemeClr val="dk1"/>
              </a:buClr>
              <a:buSzPts val="1600"/>
              <a:buFont typeface="Wingdings" pitchFamily="2" charset="2"/>
              <a:buChar char="Ø"/>
            </a:pPr>
            <a:endParaRPr lang="en-US" dirty="0" smtClean="0">
              <a:solidFill>
                <a:schemeClr val="accent3">
                  <a:lumMod val="75000"/>
                </a:schemeClr>
              </a:solidFill>
            </a:endParaRPr>
          </a:p>
          <a:p>
            <a:pPr marL="285750" lvl="0" indent="-285750" algn="l" rtl="0">
              <a:lnSpc>
                <a:spcPct val="90000"/>
              </a:lnSpc>
              <a:spcBef>
                <a:spcPts val="0"/>
              </a:spcBef>
              <a:spcAft>
                <a:spcPts val="0"/>
              </a:spcAft>
              <a:buClr>
                <a:schemeClr val="dk1"/>
              </a:buClr>
              <a:buSzPts val="1600"/>
              <a:buFont typeface="Wingdings" pitchFamily="2" charset="2"/>
              <a:buChar char="Ø"/>
            </a:pPr>
            <a:r>
              <a:rPr lang="en-US" dirty="0" smtClean="0">
                <a:solidFill>
                  <a:schemeClr val="accent3">
                    <a:lumMod val="75000"/>
                  </a:schemeClr>
                </a:solidFill>
              </a:rPr>
              <a:t>Very much portable as a milling machine.</a:t>
            </a:r>
          </a:p>
          <a:p>
            <a:pPr marL="285750" lvl="0" indent="-285750" algn="l" rtl="0">
              <a:lnSpc>
                <a:spcPct val="90000"/>
              </a:lnSpc>
              <a:spcBef>
                <a:spcPts val="0"/>
              </a:spcBef>
              <a:spcAft>
                <a:spcPts val="0"/>
              </a:spcAft>
              <a:buClr>
                <a:schemeClr val="dk1"/>
              </a:buClr>
              <a:buSzPts val="1600"/>
              <a:buFont typeface="Wingdings" pitchFamily="2" charset="2"/>
              <a:buChar char="Ø"/>
            </a:pPr>
            <a:endParaRPr lang="en-US" dirty="0" smtClean="0">
              <a:solidFill>
                <a:schemeClr val="accent3">
                  <a:lumMod val="75000"/>
                </a:schemeClr>
              </a:solidFill>
            </a:endParaRPr>
          </a:p>
          <a:p>
            <a:pPr marL="285750" lvl="0" indent="-285750" algn="l" rtl="0">
              <a:lnSpc>
                <a:spcPct val="90000"/>
              </a:lnSpc>
              <a:spcBef>
                <a:spcPts val="0"/>
              </a:spcBef>
              <a:spcAft>
                <a:spcPts val="0"/>
              </a:spcAft>
              <a:buClr>
                <a:schemeClr val="dk1"/>
              </a:buClr>
              <a:buSzPts val="1600"/>
              <a:buFont typeface="Wingdings" pitchFamily="2" charset="2"/>
              <a:buChar char="Ø"/>
            </a:pPr>
            <a:r>
              <a:rPr lang="en-US" dirty="0" smtClean="0">
                <a:solidFill>
                  <a:schemeClr val="accent3">
                    <a:lumMod val="75000"/>
                  </a:schemeClr>
                </a:solidFill>
              </a:rPr>
              <a:t>Price is very low when compared with milling machine</a:t>
            </a:r>
            <a:r>
              <a:rPr lang="en-US" dirty="0" smtClean="0"/>
              <a:t>.</a:t>
            </a:r>
          </a:p>
          <a:p>
            <a:pPr marL="285750" lvl="0" indent="-285750" algn="l" rtl="0">
              <a:lnSpc>
                <a:spcPct val="90000"/>
              </a:lnSpc>
              <a:spcBef>
                <a:spcPts val="0"/>
              </a:spcBef>
              <a:spcAft>
                <a:spcPts val="0"/>
              </a:spcAft>
              <a:buClr>
                <a:schemeClr val="dk1"/>
              </a:buClr>
              <a:buSzPts val="1600"/>
            </a:pPr>
            <a:endParaRPr lang="en-US" dirty="0" smtClean="0"/>
          </a:p>
        </p:txBody>
      </p:sp>
      <p:sp>
        <p:nvSpPr>
          <p:cNvPr id="230" name="Google Shape;230;p17"/>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fld id="{00000000-1234-1234-1234-123412341234}" type="slidenum">
              <a:rPr lang="en-US"/>
              <a:pPr marL="0" lvl="0" indent="0" algn="l" rtl="0">
                <a:lnSpc>
                  <a:spcPct val="100000"/>
                </a:lnSpc>
                <a:spcBef>
                  <a:spcPts val="0"/>
                </a:spcBef>
                <a:spcAft>
                  <a:spcPts val="0"/>
                </a:spcAft>
                <a:buSzPts val="1100"/>
                <a:buNone/>
              </a:pPr>
              <a:t>4</a:t>
            </a:fld>
            <a:endParaRPr dirty="0"/>
          </a:p>
        </p:txBody>
      </p:sp>
      <p:sp>
        <p:nvSpPr>
          <p:cNvPr id="231" name="Google Shape;231;p17"/>
          <p:cNvSpPr txBox="1"/>
          <p:nvPr/>
        </p:nvSpPr>
        <p:spPr>
          <a:xfrm>
            <a:off x="6096000" y="2286000"/>
            <a:ext cx="5143500" cy="315915"/>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lt2"/>
              </a:buClr>
              <a:buSzPts val="1800"/>
              <a:buFont typeface="Arial"/>
              <a:buNone/>
            </a:pPr>
            <a:r>
              <a:rPr lang="en-US" sz="1800" b="0" i="0" u="none" strike="noStrike" cap="none" dirty="0">
                <a:solidFill>
                  <a:schemeClr val="lt2"/>
                </a:solidFill>
                <a:latin typeface="Franklin Gothic"/>
                <a:ea typeface="Franklin Gothic"/>
                <a:cs typeface="Franklin Gothic"/>
                <a:sym typeface="Franklin Gothic"/>
              </a:rPr>
              <a:t>Describe your Dependencies / Show stopper here</a:t>
            </a:r>
            <a:endParaRPr sz="1400" b="0" i="0" u="none" strike="noStrike" cap="none" dirty="0">
              <a:solidFill>
                <a:srgbClr val="000000"/>
              </a:solidFill>
              <a:latin typeface="Arial"/>
              <a:ea typeface="Arial"/>
              <a:cs typeface="Arial"/>
              <a:sym typeface="Arial"/>
            </a:endParaRPr>
          </a:p>
        </p:txBody>
      </p:sp>
      <p:sp>
        <p:nvSpPr>
          <p:cNvPr id="232" name="Google Shape;232;p17"/>
          <p:cNvSpPr txBox="1"/>
          <p:nvPr/>
        </p:nvSpPr>
        <p:spPr>
          <a:xfrm>
            <a:off x="6248399" y="2656903"/>
            <a:ext cx="4838701" cy="39229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285750" marR="0" lvl="0" indent="-285750" algn="l" rtl="0">
              <a:lnSpc>
                <a:spcPct val="90000"/>
              </a:lnSpc>
              <a:spcBef>
                <a:spcPts val="0"/>
              </a:spcBef>
              <a:spcAft>
                <a:spcPts val="0"/>
              </a:spcAft>
              <a:buClr>
                <a:schemeClr val="dk1"/>
              </a:buClr>
              <a:buSzPts val="1600"/>
              <a:buFont typeface="Noto Sans Symbols"/>
              <a:buChar char="⮚"/>
            </a:pPr>
            <a:r>
              <a:rPr lang="en-US" sz="1600" b="0" i="0" u="none" strike="noStrike" cap="none" dirty="0" smtClean="0">
                <a:solidFill>
                  <a:schemeClr val="accent3">
                    <a:lumMod val="75000"/>
                  </a:schemeClr>
                </a:solidFill>
                <a:latin typeface="Libre Franklin"/>
                <a:ea typeface="Libre Franklin"/>
                <a:cs typeface="Libre Franklin"/>
                <a:sym typeface="Libre Franklin"/>
              </a:rPr>
              <a:t>At least one person is required for the operation</a:t>
            </a:r>
          </a:p>
          <a:p>
            <a:pPr marL="285750" marR="0" lvl="0" indent="-285750" algn="l" rtl="0">
              <a:lnSpc>
                <a:spcPct val="90000"/>
              </a:lnSpc>
              <a:spcBef>
                <a:spcPts val="0"/>
              </a:spcBef>
              <a:spcAft>
                <a:spcPts val="0"/>
              </a:spcAft>
              <a:buClr>
                <a:schemeClr val="dk1"/>
              </a:buClr>
              <a:buSzPts val="1600"/>
              <a:buFont typeface="Noto Sans Symbols"/>
              <a:buChar char="⮚"/>
            </a:pPr>
            <a:endParaRPr lang="en-US" sz="1600" dirty="0" smtClean="0">
              <a:solidFill>
                <a:schemeClr val="accent3">
                  <a:lumMod val="75000"/>
                </a:schemeClr>
              </a:solidFill>
              <a:latin typeface="Libre Franklin"/>
              <a:ea typeface="Libre Franklin"/>
              <a:cs typeface="Libre Franklin"/>
              <a:sym typeface="Libre Franklin"/>
            </a:endParaRPr>
          </a:p>
          <a:p>
            <a:pPr marL="285750" marR="0" lvl="0" indent="-285750" algn="l" rtl="0">
              <a:lnSpc>
                <a:spcPct val="90000"/>
              </a:lnSpc>
              <a:spcBef>
                <a:spcPts val="0"/>
              </a:spcBef>
              <a:spcAft>
                <a:spcPts val="0"/>
              </a:spcAft>
              <a:buClr>
                <a:schemeClr val="dk1"/>
              </a:buClr>
              <a:buSzPts val="1600"/>
              <a:buFont typeface="Noto Sans Symbols"/>
              <a:buChar char="⮚"/>
            </a:pPr>
            <a:r>
              <a:rPr lang="en-US" sz="1600" dirty="0" smtClean="0">
                <a:solidFill>
                  <a:schemeClr val="accent3">
                    <a:lumMod val="75000"/>
                  </a:schemeClr>
                </a:solidFill>
                <a:latin typeface="Libre Franklin"/>
                <a:ea typeface="Libre Franklin"/>
                <a:cs typeface="Libre Franklin"/>
                <a:sym typeface="Libre Franklin"/>
              </a:rPr>
              <a:t>Takes more time than industrial milling machine.</a:t>
            </a:r>
            <a:r>
              <a:rPr lang="en-US" sz="1600" b="0" i="0" u="none" strike="noStrike" cap="none" dirty="0" smtClean="0">
                <a:solidFill>
                  <a:schemeClr val="accent3">
                    <a:lumMod val="75000"/>
                  </a:schemeClr>
                </a:solidFill>
                <a:latin typeface="Libre Franklin"/>
                <a:ea typeface="Libre Franklin"/>
                <a:cs typeface="Libre Franklin"/>
                <a:sym typeface="Libre Franklin"/>
              </a:rPr>
              <a:t> </a:t>
            </a:r>
            <a:endParaRPr lang="en-US" sz="1600" dirty="0" smtClean="0">
              <a:solidFill>
                <a:schemeClr val="accent3">
                  <a:lumMod val="75000"/>
                </a:schemeClr>
              </a:solidFill>
              <a:latin typeface="Libre Franklin"/>
              <a:ea typeface="Libre Franklin"/>
              <a:cs typeface="Libre Franklin"/>
              <a:sym typeface="Libre Franklin"/>
            </a:endParaRPr>
          </a:p>
          <a:p>
            <a:pPr marL="285750" marR="0" lvl="0" indent="-285750" algn="l" rtl="0">
              <a:lnSpc>
                <a:spcPct val="90000"/>
              </a:lnSpc>
              <a:spcBef>
                <a:spcPts val="0"/>
              </a:spcBef>
              <a:spcAft>
                <a:spcPts val="0"/>
              </a:spcAft>
              <a:buClr>
                <a:schemeClr val="dk1"/>
              </a:buClr>
              <a:buSzPts val="1600"/>
              <a:buFont typeface="Noto Sans Symbols"/>
              <a:buChar char="⮚"/>
            </a:pPr>
            <a:endParaRPr lang="en-US" sz="1600" b="0" i="0" u="none" strike="noStrike" cap="none" dirty="0" smtClean="0">
              <a:solidFill>
                <a:schemeClr val="accent3">
                  <a:lumMod val="75000"/>
                </a:schemeClr>
              </a:solidFill>
              <a:latin typeface="Libre Franklin"/>
              <a:ea typeface="Libre Franklin"/>
              <a:cs typeface="Libre Franklin"/>
              <a:sym typeface="Libre Franklin"/>
            </a:endParaRPr>
          </a:p>
          <a:p>
            <a:pPr marL="285750" marR="0" lvl="0" indent="-285750" algn="l" rtl="0">
              <a:lnSpc>
                <a:spcPct val="90000"/>
              </a:lnSpc>
              <a:spcBef>
                <a:spcPts val="0"/>
              </a:spcBef>
              <a:spcAft>
                <a:spcPts val="0"/>
              </a:spcAft>
              <a:buClr>
                <a:schemeClr val="dk1"/>
              </a:buClr>
              <a:buSzPts val="1600"/>
              <a:buFont typeface="Noto Sans Symbols"/>
              <a:buChar char="⮚"/>
            </a:pPr>
            <a:r>
              <a:rPr lang="en-US" sz="1600" b="0" i="0" u="none" strike="noStrike" cap="none" dirty="0" smtClean="0">
                <a:solidFill>
                  <a:schemeClr val="accent3">
                    <a:lumMod val="75000"/>
                  </a:schemeClr>
                </a:solidFill>
                <a:latin typeface="Libre Franklin"/>
                <a:ea typeface="Libre Franklin"/>
                <a:cs typeface="Libre Franklin"/>
                <a:sym typeface="Libre Franklin"/>
              </a:rPr>
              <a:t>At leas</a:t>
            </a:r>
            <a:r>
              <a:rPr lang="en-US" sz="1600" dirty="0" smtClean="0">
                <a:solidFill>
                  <a:schemeClr val="accent3">
                    <a:lumMod val="75000"/>
                  </a:schemeClr>
                </a:solidFill>
                <a:latin typeface="Libre Franklin"/>
                <a:ea typeface="Libre Franklin"/>
                <a:cs typeface="Libre Franklin"/>
                <a:sym typeface="Libre Franklin"/>
              </a:rPr>
              <a:t>t a paddling machine (</a:t>
            </a:r>
            <a:r>
              <a:rPr lang="en-US" sz="1600" dirty="0" err="1" smtClean="0">
                <a:solidFill>
                  <a:schemeClr val="accent3">
                    <a:lumMod val="75000"/>
                  </a:schemeClr>
                </a:solidFill>
                <a:latin typeface="Libre Franklin"/>
                <a:ea typeface="Libre Franklin"/>
                <a:cs typeface="Libre Franklin"/>
                <a:sym typeface="Libre Franklin"/>
              </a:rPr>
              <a:t>Eg</a:t>
            </a:r>
            <a:r>
              <a:rPr lang="en-US" sz="1600" dirty="0" smtClean="0">
                <a:solidFill>
                  <a:schemeClr val="accent3">
                    <a:lumMod val="75000"/>
                  </a:schemeClr>
                </a:solidFill>
                <a:latin typeface="Libre Franklin"/>
                <a:ea typeface="Libre Franklin"/>
                <a:cs typeface="Libre Franklin"/>
                <a:sym typeface="Libre Franklin"/>
              </a:rPr>
              <a:t>. cycle is required for paddling the Roller.</a:t>
            </a:r>
          </a:p>
          <a:p>
            <a:pPr marL="285750" marR="0" lvl="0" indent="-285750" algn="l" rtl="0">
              <a:lnSpc>
                <a:spcPct val="90000"/>
              </a:lnSpc>
              <a:spcBef>
                <a:spcPts val="0"/>
              </a:spcBef>
              <a:spcAft>
                <a:spcPts val="0"/>
              </a:spcAft>
              <a:buClr>
                <a:schemeClr val="dk1"/>
              </a:buClr>
              <a:buSzPts val="1600"/>
              <a:buFont typeface="Noto Sans Symbols"/>
              <a:buChar char="⮚"/>
            </a:pPr>
            <a:endParaRPr lang="en-US" sz="1600" dirty="0" smtClean="0">
              <a:solidFill>
                <a:schemeClr val="accent3">
                  <a:lumMod val="75000"/>
                </a:schemeClr>
              </a:solidFill>
              <a:latin typeface="Libre Franklin"/>
              <a:ea typeface="Libre Franklin"/>
              <a:cs typeface="Libre Franklin"/>
              <a:sym typeface="Libre Franklin"/>
            </a:endParaRPr>
          </a:p>
          <a:p>
            <a:pPr marL="285750" marR="0" lvl="0" indent="-285750" algn="l" rtl="0">
              <a:lnSpc>
                <a:spcPct val="90000"/>
              </a:lnSpc>
              <a:spcBef>
                <a:spcPts val="0"/>
              </a:spcBef>
              <a:spcAft>
                <a:spcPts val="0"/>
              </a:spcAft>
              <a:buClr>
                <a:schemeClr val="dk1"/>
              </a:buClr>
              <a:buSzPts val="1600"/>
              <a:buFont typeface="Noto Sans Symbols"/>
              <a:buChar char="⮚"/>
            </a:pPr>
            <a:r>
              <a:rPr lang="en-US" sz="1600" dirty="0" smtClean="0">
                <a:solidFill>
                  <a:schemeClr val="accent3">
                    <a:lumMod val="75000"/>
                  </a:schemeClr>
                </a:solidFill>
                <a:latin typeface="Libre Franklin"/>
                <a:ea typeface="Libre Franklin"/>
                <a:cs typeface="Libre Franklin"/>
                <a:sym typeface="Libre Franklin"/>
              </a:rPr>
              <a:t>For electrical use you will need a 12 volt motor and belt</a:t>
            </a:r>
            <a:r>
              <a:rPr lang="en-US" sz="1600" dirty="0" smtClean="0">
                <a:solidFill>
                  <a:schemeClr val="dk1"/>
                </a:solidFill>
                <a:latin typeface="Libre Franklin"/>
                <a:ea typeface="Libre Franklin"/>
                <a:cs typeface="Libre Franklin"/>
                <a:sym typeface="Libre Franklin"/>
              </a:rPr>
              <a:t>. </a:t>
            </a:r>
          </a:p>
          <a:p>
            <a:pPr marL="285750" marR="0" lvl="0" indent="-285750" algn="l" rtl="0">
              <a:lnSpc>
                <a:spcPct val="90000"/>
              </a:lnSpc>
              <a:spcBef>
                <a:spcPts val="0"/>
              </a:spcBef>
              <a:spcAft>
                <a:spcPts val="0"/>
              </a:spcAft>
              <a:buClr>
                <a:schemeClr val="dk1"/>
              </a:buClr>
              <a:buSzPts val="1600"/>
            </a:pPr>
            <a:r>
              <a:rPr lang="en-US" sz="1600" b="0" i="0" u="none" strike="noStrike" cap="none" dirty="0" smtClean="0">
                <a:solidFill>
                  <a:schemeClr val="dk1"/>
                </a:solidFill>
                <a:latin typeface="Libre Franklin"/>
                <a:ea typeface="Libre Franklin"/>
                <a:cs typeface="Libre Franklin"/>
                <a:sym typeface="Libre Franklin"/>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8"/>
          <p:cNvSpPr txBox="1">
            <a:spLocks noGrp="1"/>
          </p:cNvSpPr>
          <p:nvPr>
            <p:ph type="title"/>
          </p:nvPr>
        </p:nvSpPr>
        <p:spPr>
          <a:xfrm>
            <a:off x="964023" y="879063"/>
            <a:ext cx="6617507"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ts val="4400"/>
              <a:buFont typeface="Franklin Gothic"/>
              <a:buNone/>
            </a:pPr>
            <a:r>
              <a:rPr lang="en-US" dirty="0"/>
              <a:t>Team Member Details </a:t>
            </a:r>
            <a:endParaRPr dirty="0"/>
          </a:p>
        </p:txBody>
      </p:sp>
      <p:sp>
        <p:nvSpPr>
          <p:cNvPr id="238" name="Google Shape;238;p18"/>
          <p:cNvSpPr txBox="1">
            <a:spLocks noGrp="1"/>
          </p:cNvSpPr>
          <p:nvPr>
            <p:ph type="body" idx="1"/>
          </p:nvPr>
        </p:nvSpPr>
        <p:spPr>
          <a:xfrm>
            <a:off x="964023" y="2062099"/>
            <a:ext cx="11145119" cy="4720441"/>
          </a:xfrm>
          <a:prstGeom prst="rect">
            <a:avLst/>
          </a:prstGeom>
          <a:noFill/>
          <a:ln>
            <a:noFill/>
          </a:ln>
        </p:spPr>
        <p:txBody>
          <a:bodyPr spcFirstLastPara="1" wrap="square" lIns="91425" tIns="45700" rIns="91425" bIns="45700" anchor="t" anchorCtr="0">
            <a:noAutofit/>
          </a:bodyPr>
          <a:lstStyle/>
          <a:p>
            <a:pPr marL="0" lvl="0" indent="0">
              <a:spcBef>
                <a:spcPts val="0"/>
              </a:spcBef>
              <a:buClr>
                <a:srgbClr val="5D7C3F"/>
              </a:buClr>
              <a:buSzPts val="1200"/>
            </a:pPr>
            <a:r>
              <a:rPr lang="en-US" sz="1200" b="1" dirty="0" smtClean="0">
                <a:solidFill>
                  <a:srgbClr val="5D7C3F"/>
                </a:solidFill>
              </a:rPr>
              <a:t>Team Leader Name:  </a:t>
            </a:r>
            <a:r>
              <a:rPr lang="en-US" sz="1200" b="1" dirty="0" err="1" smtClean="0">
                <a:solidFill>
                  <a:srgbClr val="FF0000"/>
                </a:solidFill>
              </a:rPr>
              <a:t>Satwik</a:t>
            </a:r>
            <a:r>
              <a:rPr lang="en-US" sz="1200" b="1" dirty="0" smtClean="0">
                <a:solidFill>
                  <a:srgbClr val="FF0000"/>
                </a:solidFill>
              </a:rPr>
              <a:t>  </a:t>
            </a:r>
            <a:r>
              <a:rPr lang="en-US" sz="1200" b="1" dirty="0" err="1" smtClean="0">
                <a:solidFill>
                  <a:srgbClr val="FF0000"/>
                </a:solidFill>
              </a:rPr>
              <a:t>Dey</a:t>
            </a:r>
            <a:endParaRPr lang="en-US" sz="1200" dirty="0" smtClean="0">
              <a:solidFill>
                <a:srgbClr val="FF0000"/>
              </a:solidFill>
            </a:endParaRPr>
          </a:p>
          <a:p>
            <a:pPr marL="0" lvl="0" indent="0">
              <a:buSzPts val="1200"/>
            </a:pPr>
            <a:r>
              <a:rPr lang="en-US" sz="1200" dirty="0" smtClean="0"/>
              <a:t>Branch (</a:t>
            </a:r>
            <a:r>
              <a:rPr lang="en-US" sz="1200" dirty="0" err="1" smtClean="0"/>
              <a:t>Btech</a:t>
            </a:r>
            <a:r>
              <a:rPr lang="en-US" sz="1200" dirty="0" smtClean="0"/>
              <a:t>)		                            Stream (CSE )			Year (I)</a:t>
            </a:r>
          </a:p>
          <a:p>
            <a:pPr marL="0" lvl="0" indent="0">
              <a:buClr>
                <a:srgbClr val="5D7C3F"/>
              </a:buClr>
              <a:buSzPts val="1200"/>
            </a:pPr>
            <a:r>
              <a:rPr lang="en-US" sz="1200" b="1" dirty="0" smtClean="0">
                <a:solidFill>
                  <a:srgbClr val="5D7C3F"/>
                </a:solidFill>
              </a:rPr>
              <a:t>Team Member 1 Name: </a:t>
            </a:r>
            <a:r>
              <a:rPr lang="en-US" sz="1200" b="1" dirty="0" err="1" smtClean="0">
                <a:solidFill>
                  <a:srgbClr val="FF0000"/>
                </a:solidFill>
              </a:rPr>
              <a:t>Vishal</a:t>
            </a:r>
            <a:r>
              <a:rPr lang="en-US" sz="1200" b="1" dirty="0" smtClean="0">
                <a:solidFill>
                  <a:srgbClr val="FF0000"/>
                </a:solidFill>
              </a:rPr>
              <a:t>  </a:t>
            </a:r>
            <a:r>
              <a:rPr lang="en-US" sz="1200" b="1" dirty="0" err="1" smtClean="0">
                <a:solidFill>
                  <a:srgbClr val="FF0000"/>
                </a:solidFill>
              </a:rPr>
              <a:t>Bhagat</a:t>
            </a:r>
            <a:endParaRPr lang="en-US" sz="1200" dirty="0" smtClean="0">
              <a:solidFill>
                <a:srgbClr val="FF0000"/>
              </a:solidFill>
            </a:endParaRPr>
          </a:p>
          <a:p>
            <a:pPr marL="0" lvl="0" indent="0">
              <a:buSzPts val="1200"/>
            </a:pPr>
            <a:r>
              <a:rPr lang="en-US" sz="1200" dirty="0" smtClean="0"/>
              <a:t>Branch (</a:t>
            </a:r>
            <a:r>
              <a:rPr lang="en-US" sz="1200" dirty="0" err="1" smtClean="0"/>
              <a:t>Btech</a:t>
            </a:r>
            <a:r>
              <a:rPr lang="en-US" sz="1200" dirty="0" smtClean="0"/>
              <a:t>)			Stream (CSE)			Year (I)</a:t>
            </a:r>
          </a:p>
          <a:p>
            <a:pPr marL="0" lvl="0" indent="0">
              <a:buClr>
                <a:srgbClr val="5D7C3F"/>
              </a:buClr>
              <a:buSzPts val="1200"/>
            </a:pPr>
            <a:r>
              <a:rPr lang="en-US" sz="1200" b="1" dirty="0" smtClean="0">
                <a:solidFill>
                  <a:srgbClr val="5D7C3F"/>
                </a:solidFill>
              </a:rPr>
              <a:t>Team Member 2 Name: </a:t>
            </a:r>
            <a:r>
              <a:rPr lang="en-US" sz="1200" b="1" dirty="0" err="1" smtClean="0">
                <a:solidFill>
                  <a:srgbClr val="FF0000"/>
                </a:solidFill>
              </a:rPr>
              <a:t>Ananya</a:t>
            </a:r>
            <a:r>
              <a:rPr lang="en-US" sz="1200" b="1" dirty="0" smtClean="0">
                <a:solidFill>
                  <a:srgbClr val="FF0000"/>
                </a:solidFill>
              </a:rPr>
              <a:t>  </a:t>
            </a:r>
            <a:r>
              <a:rPr lang="en-US" sz="1200" b="1" dirty="0" err="1" smtClean="0">
                <a:solidFill>
                  <a:srgbClr val="FF0000"/>
                </a:solidFill>
              </a:rPr>
              <a:t>Mondal</a:t>
            </a:r>
            <a:endParaRPr lang="en-US" sz="1200" dirty="0" smtClean="0">
              <a:solidFill>
                <a:srgbClr val="FF0000"/>
              </a:solidFill>
            </a:endParaRPr>
          </a:p>
          <a:p>
            <a:pPr marL="0" lvl="0" indent="0">
              <a:buSzPts val="1200"/>
            </a:pPr>
            <a:r>
              <a:rPr lang="en-US" sz="1200" dirty="0" smtClean="0"/>
              <a:t>Branch (</a:t>
            </a:r>
            <a:r>
              <a:rPr lang="en-US" sz="1200" dirty="0" err="1" smtClean="0"/>
              <a:t>Btech</a:t>
            </a:r>
            <a:r>
              <a:rPr lang="en-US" sz="1200" dirty="0" smtClean="0"/>
              <a:t>)		                             Stream (CSE )			Year (I)</a:t>
            </a:r>
          </a:p>
          <a:p>
            <a:pPr marL="0" lvl="0" indent="0">
              <a:buClr>
                <a:srgbClr val="5D7C3F"/>
              </a:buClr>
              <a:buSzPts val="1200"/>
            </a:pPr>
            <a:r>
              <a:rPr lang="en-US" sz="1200" b="1" dirty="0" smtClean="0">
                <a:solidFill>
                  <a:srgbClr val="5D7C3F"/>
                </a:solidFill>
              </a:rPr>
              <a:t>Team Member 3 Name: </a:t>
            </a:r>
            <a:r>
              <a:rPr lang="en-US" sz="1200" b="1" dirty="0" smtClean="0">
                <a:solidFill>
                  <a:srgbClr val="FF0000"/>
                </a:solidFill>
              </a:rPr>
              <a:t>Raj </a:t>
            </a:r>
            <a:r>
              <a:rPr lang="en-US" sz="1200" b="1" dirty="0" err="1" smtClean="0">
                <a:solidFill>
                  <a:srgbClr val="FF0000"/>
                </a:solidFill>
              </a:rPr>
              <a:t>Gaurav</a:t>
            </a:r>
            <a:endParaRPr lang="en-US" sz="1200" b="1" dirty="0" smtClean="0">
              <a:solidFill>
                <a:srgbClr val="FF0000"/>
              </a:solidFill>
            </a:endParaRPr>
          </a:p>
          <a:p>
            <a:pPr marL="0" lvl="0" indent="0">
              <a:buClr>
                <a:srgbClr val="5D7C3F"/>
              </a:buClr>
              <a:buSzPts val="1200"/>
            </a:pPr>
            <a:r>
              <a:rPr lang="en-US" sz="1200" dirty="0" smtClean="0"/>
              <a:t>Branch (</a:t>
            </a:r>
            <a:r>
              <a:rPr lang="en-US" sz="1200" dirty="0" err="1" smtClean="0"/>
              <a:t>Btech</a:t>
            </a:r>
            <a:r>
              <a:rPr lang="en-US" sz="1200" dirty="0" smtClean="0"/>
              <a:t>/</a:t>
            </a:r>
            <a:r>
              <a:rPr lang="en-US" sz="1200" dirty="0" err="1" smtClean="0"/>
              <a:t>Mtech</a:t>
            </a:r>
            <a:r>
              <a:rPr lang="en-US" sz="1200" dirty="0" smtClean="0"/>
              <a:t>/PhD etc):	                             Stream (CSE)	    	                             Year (I) </a:t>
            </a:r>
          </a:p>
          <a:p>
            <a:pPr marL="0" lvl="0" indent="0">
              <a:buClr>
                <a:srgbClr val="5D7C3F"/>
              </a:buClr>
              <a:buSzPts val="1200"/>
            </a:pPr>
            <a:r>
              <a:rPr lang="en-US" sz="1200" b="1" dirty="0" smtClean="0">
                <a:solidFill>
                  <a:srgbClr val="5D7C3F"/>
                </a:solidFill>
              </a:rPr>
              <a:t>Team Member 4 Name: </a:t>
            </a:r>
            <a:r>
              <a:rPr lang="en-US" sz="1200" b="1" dirty="0" err="1" smtClean="0">
                <a:solidFill>
                  <a:srgbClr val="FF0000"/>
                </a:solidFill>
              </a:rPr>
              <a:t>Trinanjan</a:t>
            </a:r>
            <a:r>
              <a:rPr lang="en-US" sz="1200" b="1" dirty="0" smtClean="0">
                <a:solidFill>
                  <a:srgbClr val="FF0000"/>
                </a:solidFill>
              </a:rPr>
              <a:t>  Kumar </a:t>
            </a:r>
            <a:r>
              <a:rPr lang="en-US" sz="1200" b="1" dirty="0" err="1" smtClean="0">
                <a:solidFill>
                  <a:srgbClr val="FF0000"/>
                </a:solidFill>
              </a:rPr>
              <a:t>Baul</a:t>
            </a:r>
            <a:endParaRPr lang="en-US" sz="1200" dirty="0" smtClean="0">
              <a:solidFill>
                <a:srgbClr val="FF0000"/>
              </a:solidFill>
            </a:endParaRPr>
          </a:p>
          <a:p>
            <a:pPr marL="0" lvl="0" indent="0">
              <a:buSzPts val="1200"/>
            </a:pPr>
            <a:r>
              <a:rPr lang="en-US" sz="1200" dirty="0" smtClean="0"/>
              <a:t>Branch (</a:t>
            </a:r>
            <a:r>
              <a:rPr lang="en-US" sz="1200" dirty="0" err="1" smtClean="0"/>
              <a:t>Btech</a:t>
            </a:r>
            <a:r>
              <a:rPr lang="en-US" sz="1200" dirty="0" smtClean="0"/>
              <a:t>)			Stream (CSE )			Year (I)</a:t>
            </a:r>
          </a:p>
          <a:p>
            <a:pPr marL="0" lvl="0" indent="0">
              <a:buClr>
                <a:srgbClr val="5D7C3F"/>
              </a:buClr>
              <a:buSzPts val="1200"/>
            </a:pPr>
            <a:r>
              <a:rPr lang="en-US" sz="1200" b="1" dirty="0" smtClean="0">
                <a:solidFill>
                  <a:srgbClr val="5D7C3F"/>
                </a:solidFill>
              </a:rPr>
              <a:t>Team Member 5 Name: </a:t>
            </a:r>
            <a:r>
              <a:rPr lang="en-US" sz="1200" b="1" dirty="0" err="1" smtClean="0">
                <a:solidFill>
                  <a:srgbClr val="FF0000"/>
                </a:solidFill>
              </a:rPr>
              <a:t>Ashish</a:t>
            </a:r>
            <a:r>
              <a:rPr lang="en-US" sz="1200" b="1" dirty="0" smtClean="0">
                <a:solidFill>
                  <a:srgbClr val="FF0000"/>
                </a:solidFill>
              </a:rPr>
              <a:t>  Kumar Singh</a:t>
            </a:r>
            <a:endParaRPr lang="en-US" sz="1200" dirty="0" smtClean="0">
              <a:solidFill>
                <a:srgbClr val="FF0000"/>
              </a:solidFill>
            </a:endParaRPr>
          </a:p>
          <a:p>
            <a:pPr marL="0" lvl="0" indent="0">
              <a:buSzPts val="1200"/>
            </a:pPr>
            <a:r>
              <a:rPr lang="en-US" sz="1200" dirty="0" smtClean="0"/>
              <a:t>Branch (</a:t>
            </a:r>
            <a:r>
              <a:rPr lang="en-US" sz="1200" dirty="0" err="1" smtClean="0"/>
              <a:t>Btech</a:t>
            </a:r>
            <a:r>
              <a:rPr lang="en-US" sz="1200" dirty="0" smtClean="0"/>
              <a:t>)			Stream (CSE)			Year (I)</a:t>
            </a:r>
            <a:endParaRPr lang="en-US" sz="1200" dirty="0"/>
          </a:p>
        </p:txBody>
      </p:sp>
    </p:spTree>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860</TotalTime>
  <Words>313</Words>
  <Application>Microsoft Office PowerPoint</Application>
  <PresentationFormat>Custom</PresentationFormat>
  <Paragraphs>70</Paragraphs>
  <Slides>5</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Arial</vt:lpstr>
      <vt:lpstr>Franklin Gothic</vt:lpstr>
      <vt:lpstr>Libre Franklin</vt:lpstr>
      <vt:lpstr>Times New Roman</vt:lpstr>
      <vt:lpstr>Noto Sans Symbols</vt:lpstr>
      <vt:lpstr>Wingdings</vt:lpstr>
      <vt:lpstr>Calibri</vt:lpstr>
      <vt:lpstr>Theme1</vt:lpstr>
      <vt:lpstr>Basic Details of the Team and Problem Statement</vt:lpstr>
      <vt:lpstr>Idea/Approach Details</vt:lpstr>
      <vt:lpstr>About 70 percent of the population of India is farmers. Wheat is one of the primary cereals in India. But unfortunately electricity is not available in every village and the wheat mills are very few. As a result farmers face a lot of difficulty in producing Maida, Ata , Sooji. They had to travel many miles to go to the mill. Learnix has innovated a milling machine which is semi-portable, heavy duty and it can be operated manually as well as electrically. Now farmers can produce Ata, Maida , Sooji at home easily.  </vt:lpstr>
      <vt:lpstr>Idea/Approach Details</vt:lpstr>
      <vt:lpstr>Team Member Details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Details of the Team and Problem Statement</dc:title>
  <dc:creator>Ananya Mondal</dc:creator>
  <cp:lastModifiedBy>HP</cp:lastModifiedBy>
  <cp:revision>46</cp:revision>
  <dcterms:modified xsi:type="dcterms:W3CDTF">2022-03-24T19:48:57Z</dcterms:modified>
</cp:coreProperties>
</file>